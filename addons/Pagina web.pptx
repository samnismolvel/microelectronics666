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25"/>
  </p:notesMasterIdLst>
  <p:handoutMasterIdLst>
    <p:handoutMasterId r:id="rId26"/>
  </p:handoutMasterIdLst>
  <p:sldIdLst>
    <p:sldId id="256" r:id="rId5"/>
    <p:sldId id="277" r:id="rId6"/>
    <p:sldId id="295" r:id="rId7"/>
    <p:sldId id="262" r:id="rId8"/>
    <p:sldId id="296" r:id="rId9"/>
    <p:sldId id="294" r:id="rId10"/>
    <p:sldId id="289" r:id="rId11"/>
    <p:sldId id="264" r:id="rId12"/>
    <p:sldId id="278" r:id="rId13"/>
    <p:sldId id="293" r:id="rId14"/>
    <p:sldId id="266" r:id="rId15"/>
    <p:sldId id="270" r:id="rId16"/>
    <p:sldId id="271" r:id="rId17"/>
    <p:sldId id="287" r:id="rId18"/>
    <p:sldId id="260" r:id="rId19"/>
    <p:sldId id="282" r:id="rId20"/>
    <p:sldId id="283" r:id="rId21"/>
    <p:sldId id="290" r:id="rId22"/>
    <p:sldId id="275" r:id="rId23"/>
    <p:sldId id="276" r:id="rId24"/>
  </p:sldIdLst>
  <p:sldSz cx="12192000" cy="6858000"/>
  <p:notesSz cx="6858000" cy="9144000"/>
  <p:defaultTextStyle>
    <a:defPPr rtl="0">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71" d="100"/>
          <a:sy n="71" d="100"/>
        </p:scale>
        <p:origin x="696" y="60"/>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4632" y="133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 1</c:v>
                </c:pt>
              </c:strCache>
            </c:strRef>
          </c:tx>
          <c:spPr>
            <a:solidFill>
              <a:schemeClr val="tx1"/>
            </a:solidFill>
            <a:ln>
              <a:noFill/>
            </a:ln>
            <a:effectLst/>
          </c:spPr>
          <c:invertIfNegative val="0"/>
          <c:cat>
            <c:strRef>
              <c:f>Sheet1!$A$2:$A$5</c:f>
              <c:strCache>
                <c:ptCount val="4"/>
                <c:pt idx="0">
                  <c:v>20XX</c:v>
                </c:pt>
                <c:pt idx="1">
                  <c:v>20XX</c:v>
                </c:pt>
                <c:pt idx="2">
                  <c:v>20XX</c:v>
                </c:pt>
                <c:pt idx="3">
                  <c:v>20XX</c:v>
                </c:pt>
              </c:strCache>
            </c:strRef>
          </c:cat>
          <c:val>
            <c:numRef>
              <c:f>Sheet1!$B$2:$B$5</c:f>
              <c:numCache>
                <c:formatCode>"$"#,##0</c:formatCode>
                <c:ptCount val="4"/>
                <c:pt idx="0">
                  <c:v>10000</c:v>
                </c:pt>
                <c:pt idx="1">
                  <c:v>20000</c:v>
                </c:pt>
                <c:pt idx="2">
                  <c:v>30000</c:v>
                </c:pt>
                <c:pt idx="3">
                  <c:v>40000</c:v>
                </c:pt>
              </c:numCache>
            </c:numRef>
          </c:val>
          <c:extLst>
            <c:ext xmlns:c16="http://schemas.microsoft.com/office/drawing/2014/chart" uri="{C3380CC4-5D6E-409C-BE32-E72D297353CC}">
              <c16:uniqueId val="{00000000-0B80-4025-ABCB-85931C353E85}"/>
            </c:ext>
          </c:extLst>
        </c:ser>
        <c:dLbls>
          <c:showLegendKey val="0"/>
          <c:showVal val="0"/>
          <c:showCatName val="0"/>
          <c:showSerName val="0"/>
          <c:showPercent val="0"/>
          <c:showBubbleSize val="0"/>
        </c:dLbls>
        <c:gapWidth val="118"/>
        <c:overlap val="-3"/>
        <c:axId val="694597680"/>
        <c:axId val="694598992"/>
      </c:barChart>
      <c:catAx>
        <c:axId val="6945976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ES"/>
          </a:p>
        </c:txPr>
        <c:crossAx val="694598992"/>
        <c:crosses val="autoZero"/>
        <c:auto val="1"/>
        <c:lblAlgn val="ctr"/>
        <c:lblOffset val="100"/>
        <c:noMultiLvlLbl val="0"/>
      </c:catAx>
      <c:valAx>
        <c:axId val="694598992"/>
        <c:scaling>
          <c:orientation val="minMax"/>
          <c:max val="40000"/>
        </c:scaling>
        <c:delete val="0"/>
        <c:axPos val="l"/>
        <c:majorGridlines>
          <c:spPr>
            <a:ln w="9525" cap="flat" cmpd="sng" algn="ctr">
              <a:solidFill>
                <a:schemeClr val="accent1">
                  <a:lumMod val="75000"/>
                </a:schemeClr>
              </a:solidFill>
              <a:round/>
            </a:ln>
            <a:effectLst/>
          </c:spPr>
        </c:majorGridlines>
        <c:numFmt formatCode="&quot;$&quot;#,##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ES"/>
          </a:p>
        </c:txPr>
        <c:crossAx val="694597680"/>
        <c:crosses val="autoZero"/>
        <c:crossBetween val="between"/>
        <c:majorUnit val="1000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E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doughnutChart>
        <c:varyColors val="1"/>
        <c:ser>
          <c:idx val="0"/>
          <c:order val="0"/>
          <c:tx>
            <c:strRef>
              <c:f>Sheet1!$B$1</c:f>
              <c:strCache>
                <c:ptCount val="1"/>
                <c:pt idx="0">
                  <c:v>Ventas</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1CE6-4310-A8B0-2035D854994C}"/>
              </c:ext>
            </c:extLst>
          </c:dPt>
          <c:dPt>
            <c:idx val="1"/>
            <c:bubble3D val="0"/>
            <c:spPr>
              <a:solidFill>
                <a:schemeClr val="accent1"/>
              </a:solidFill>
              <a:ln w="19050">
                <a:noFill/>
              </a:ln>
              <a:effectLst/>
            </c:spPr>
            <c:extLst>
              <c:ext xmlns:c16="http://schemas.microsoft.com/office/drawing/2014/chart" uri="{C3380CC4-5D6E-409C-BE32-E72D297353CC}">
                <c16:uniqueId val="{00000003-1CE6-4310-A8B0-2035D854994C}"/>
              </c:ext>
            </c:extLst>
          </c:dPt>
          <c:dPt>
            <c:idx val="2"/>
            <c:bubble3D val="0"/>
            <c:spPr>
              <a:solidFill>
                <a:schemeClr val="tx1"/>
              </a:solidFill>
              <a:ln w="19050">
                <a:noFill/>
              </a:ln>
              <a:effectLst/>
            </c:spPr>
            <c:extLst>
              <c:ext xmlns:c16="http://schemas.microsoft.com/office/drawing/2014/chart" uri="{C3380CC4-5D6E-409C-BE32-E72D297353CC}">
                <c16:uniqueId val="{00000005-1CE6-4310-A8B0-2035D854994C}"/>
              </c:ext>
            </c:extLst>
          </c:dPt>
          <c:dPt>
            <c:idx val="3"/>
            <c:bubble3D val="0"/>
            <c:spPr>
              <a:solidFill>
                <a:schemeClr val="accent1"/>
              </a:solidFill>
              <a:ln w="19050">
                <a:noFill/>
              </a:ln>
              <a:effectLst/>
            </c:spPr>
            <c:extLst>
              <c:ext xmlns:c16="http://schemas.microsoft.com/office/drawing/2014/chart" uri="{C3380CC4-5D6E-409C-BE32-E72D297353CC}">
                <c16:uniqueId val="{00000007-1CE6-4310-A8B0-2035D854994C}"/>
              </c:ext>
            </c:extLst>
          </c:dPt>
          <c:cat>
            <c:strRef>
              <c:f>Sheet1!$A$2:$A$5</c:f>
              <c:strCache>
                <c:ptCount val="4"/>
                <c:pt idx="0">
                  <c:v>Parte 1</c:v>
                </c:pt>
                <c:pt idx="1">
                  <c:v>Parte 2</c:v>
                </c:pt>
                <c:pt idx="2">
                  <c:v>Parte 3</c:v>
                </c:pt>
                <c:pt idx="3">
                  <c:v>Parte 4</c:v>
                </c:pt>
              </c:strCache>
            </c:strRef>
          </c:cat>
          <c:val>
            <c:numRef>
              <c:f>Sheet1!$B$2:$B$5</c:f>
              <c:numCache>
                <c:formatCode>General</c:formatCode>
                <c:ptCount val="4"/>
                <c:pt idx="0">
                  <c:v>82000</c:v>
                </c:pt>
                <c:pt idx="1">
                  <c:v>32000</c:v>
                </c:pt>
                <c:pt idx="2">
                  <c:v>14000</c:v>
                </c:pt>
                <c:pt idx="3">
                  <c:v>12000</c:v>
                </c:pt>
              </c:numCache>
            </c:numRef>
          </c:val>
          <c:extLst>
            <c:ext xmlns:c16="http://schemas.microsoft.com/office/drawing/2014/chart" uri="{C3380CC4-5D6E-409C-BE32-E72D297353CC}">
              <c16:uniqueId val="{00000008-1CE6-4310-A8B0-2035D854994C}"/>
            </c:ext>
          </c:extLst>
        </c:ser>
        <c:dLbls>
          <c:showLegendKey val="0"/>
          <c:showVal val="0"/>
          <c:showCatName val="0"/>
          <c:showSerName val="0"/>
          <c:showPercent val="0"/>
          <c:showBubbleSize val="0"/>
          <c:showLeaderLines val="0"/>
        </c:dLbls>
        <c:firstSliceAng val="16"/>
        <c:holeSize val="8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E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doughnutChart>
        <c:varyColors val="1"/>
        <c:ser>
          <c:idx val="0"/>
          <c:order val="0"/>
          <c:tx>
            <c:strRef>
              <c:f>Sheet1!$B$1</c:f>
              <c:strCache>
                <c:ptCount val="1"/>
                <c:pt idx="0">
                  <c:v>Ventas</c:v>
                </c:pt>
              </c:strCache>
            </c:strRef>
          </c:tx>
          <c:spPr>
            <a:solidFill>
              <a:schemeClr val="bg1">
                <a:lumMod val="75000"/>
              </a:schemeClr>
            </a:solidFill>
            <a:ln>
              <a:noFill/>
            </a:ln>
          </c:spPr>
          <c:dPt>
            <c:idx val="0"/>
            <c:bubble3D val="0"/>
            <c:spPr>
              <a:solidFill>
                <a:schemeClr val="accent1"/>
              </a:solidFill>
              <a:ln w="19050">
                <a:noFill/>
              </a:ln>
              <a:effectLst/>
            </c:spPr>
            <c:extLst>
              <c:ext xmlns:c16="http://schemas.microsoft.com/office/drawing/2014/chart" uri="{C3380CC4-5D6E-409C-BE32-E72D297353CC}">
                <c16:uniqueId val="{00000001-E8EE-4329-89F6-BD625CE6A08A}"/>
              </c:ext>
            </c:extLst>
          </c:dPt>
          <c:dPt>
            <c:idx val="1"/>
            <c:bubble3D val="0"/>
            <c:spPr>
              <a:solidFill>
                <a:schemeClr val="accent1"/>
              </a:solidFill>
              <a:ln w="19050">
                <a:noFill/>
              </a:ln>
              <a:effectLst/>
            </c:spPr>
            <c:extLst>
              <c:ext xmlns:c16="http://schemas.microsoft.com/office/drawing/2014/chart" uri="{C3380CC4-5D6E-409C-BE32-E72D297353CC}">
                <c16:uniqueId val="{00000003-E8EE-4329-89F6-BD625CE6A08A}"/>
              </c:ext>
            </c:extLst>
          </c:dPt>
          <c:dPt>
            <c:idx val="2"/>
            <c:bubble3D val="0"/>
            <c:spPr>
              <a:solidFill>
                <a:schemeClr val="accent1"/>
              </a:solidFill>
              <a:ln w="19050">
                <a:noFill/>
              </a:ln>
              <a:effectLst/>
            </c:spPr>
            <c:extLst>
              <c:ext xmlns:c16="http://schemas.microsoft.com/office/drawing/2014/chart" uri="{C3380CC4-5D6E-409C-BE32-E72D297353CC}">
                <c16:uniqueId val="{00000005-E8EE-4329-89F6-BD625CE6A08A}"/>
              </c:ext>
            </c:extLst>
          </c:dPt>
          <c:dPt>
            <c:idx val="3"/>
            <c:bubble3D val="0"/>
            <c:spPr>
              <a:solidFill>
                <a:schemeClr val="tx1"/>
              </a:solidFill>
              <a:ln w="19050">
                <a:noFill/>
              </a:ln>
              <a:effectLst/>
            </c:spPr>
            <c:extLst>
              <c:ext xmlns:c16="http://schemas.microsoft.com/office/drawing/2014/chart" uri="{C3380CC4-5D6E-409C-BE32-E72D297353CC}">
                <c16:uniqueId val="{00000007-E8EE-4329-89F6-BD625CE6A08A}"/>
              </c:ext>
            </c:extLst>
          </c:dPt>
          <c:cat>
            <c:strRef>
              <c:f>Sheet1!$A$2:$A$5</c:f>
              <c:strCache>
                <c:ptCount val="4"/>
                <c:pt idx="0">
                  <c:v>Parte 1</c:v>
                </c:pt>
                <c:pt idx="1">
                  <c:v>Parte 2</c:v>
                </c:pt>
                <c:pt idx="2">
                  <c:v>Parte 3</c:v>
                </c:pt>
                <c:pt idx="3">
                  <c:v>Parte 4</c:v>
                </c:pt>
              </c:strCache>
            </c:strRef>
          </c:cat>
          <c:val>
            <c:numRef>
              <c:f>Sheet1!$B$2:$B$5</c:f>
              <c:numCache>
                <c:formatCode>General</c:formatCode>
                <c:ptCount val="4"/>
                <c:pt idx="0">
                  <c:v>82000</c:v>
                </c:pt>
                <c:pt idx="1">
                  <c:v>32000</c:v>
                </c:pt>
                <c:pt idx="2">
                  <c:v>14000</c:v>
                </c:pt>
                <c:pt idx="3">
                  <c:v>12000</c:v>
                </c:pt>
              </c:numCache>
            </c:numRef>
          </c:val>
          <c:extLst>
            <c:ext xmlns:c16="http://schemas.microsoft.com/office/drawing/2014/chart" uri="{C3380CC4-5D6E-409C-BE32-E72D297353CC}">
              <c16:uniqueId val="{00000008-E8EE-4329-89F6-BD625CE6A08A}"/>
            </c:ext>
          </c:extLst>
        </c:ser>
        <c:dLbls>
          <c:showLegendKey val="0"/>
          <c:showVal val="0"/>
          <c:showCatName val="0"/>
          <c:showSerName val="0"/>
          <c:showPercent val="0"/>
          <c:showBubbleSize val="0"/>
          <c:showLeaderLines val="0"/>
        </c:dLbls>
        <c:firstSliceAng val="16"/>
        <c:holeSize val="8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E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doughnutChart>
        <c:varyColors val="1"/>
        <c:ser>
          <c:idx val="0"/>
          <c:order val="0"/>
          <c:tx>
            <c:strRef>
              <c:f>Sheet1!$B$1</c:f>
              <c:strCache>
                <c:ptCount val="1"/>
                <c:pt idx="0">
                  <c:v>Ventas</c:v>
                </c:pt>
              </c:strCache>
            </c:strRef>
          </c:tx>
          <c:spPr>
            <a:ln>
              <a:noFill/>
            </a:ln>
          </c:spPr>
          <c:dPt>
            <c:idx val="0"/>
            <c:bubble3D val="0"/>
            <c:spPr>
              <a:solidFill>
                <a:schemeClr val="tx1"/>
              </a:solidFill>
              <a:ln w="19050">
                <a:noFill/>
              </a:ln>
              <a:effectLst/>
            </c:spPr>
            <c:extLst>
              <c:ext xmlns:c16="http://schemas.microsoft.com/office/drawing/2014/chart" uri="{C3380CC4-5D6E-409C-BE32-E72D297353CC}">
                <c16:uniqueId val="{00000001-B039-4882-B53F-7D54DC816E33}"/>
              </c:ext>
            </c:extLst>
          </c:dPt>
          <c:dPt>
            <c:idx val="1"/>
            <c:bubble3D val="0"/>
            <c:spPr>
              <a:solidFill>
                <a:schemeClr val="accent1"/>
              </a:solidFill>
              <a:ln w="19050">
                <a:noFill/>
              </a:ln>
              <a:effectLst/>
            </c:spPr>
            <c:extLst>
              <c:ext xmlns:c16="http://schemas.microsoft.com/office/drawing/2014/chart" uri="{C3380CC4-5D6E-409C-BE32-E72D297353CC}">
                <c16:uniqueId val="{00000003-B039-4882-B53F-7D54DC816E33}"/>
              </c:ext>
            </c:extLst>
          </c:dPt>
          <c:dPt>
            <c:idx val="2"/>
            <c:bubble3D val="0"/>
            <c:spPr>
              <a:solidFill>
                <a:schemeClr val="accent1"/>
              </a:solidFill>
              <a:ln w="19050">
                <a:noFill/>
              </a:ln>
              <a:effectLst/>
            </c:spPr>
            <c:extLst>
              <c:ext xmlns:c16="http://schemas.microsoft.com/office/drawing/2014/chart" uri="{C3380CC4-5D6E-409C-BE32-E72D297353CC}">
                <c16:uniqueId val="{00000005-B039-4882-B53F-7D54DC816E33}"/>
              </c:ext>
            </c:extLst>
          </c:dPt>
          <c:dPt>
            <c:idx val="3"/>
            <c:bubble3D val="0"/>
            <c:spPr>
              <a:solidFill>
                <a:schemeClr val="accent1"/>
              </a:solidFill>
              <a:ln w="19050">
                <a:noFill/>
              </a:ln>
              <a:effectLst/>
            </c:spPr>
            <c:extLst>
              <c:ext xmlns:c16="http://schemas.microsoft.com/office/drawing/2014/chart" uri="{C3380CC4-5D6E-409C-BE32-E72D297353CC}">
                <c16:uniqueId val="{00000007-B039-4882-B53F-7D54DC816E33}"/>
              </c:ext>
            </c:extLst>
          </c:dPt>
          <c:cat>
            <c:strRef>
              <c:f>Sheet1!$A$2:$A$5</c:f>
              <c:strCache>
                <c:ptCount val="4"/>
                <c:pt idx="0">
                  <c:v>Parte 1</c:v>
                </c:pt>
                <c:pt idx="1">
                  <c:v>Parte 2</c:v>
                </c:pt>
                <c:pt idx="2">
                  <c:v>Parte 3</c:v>
                </c:pt>
                <c:pt idx="3">
                  <c:v>Parte 4</c:v>
                </c:pt>
              </c:strCache>
            </c:strRef>
          </c:cat>
          <c:val>
            <c:numRef>
              <c:f>Sheet1!$B$2:$B$5</c:f>
              <c:numCache>
                <c:formatCode>General</c:formatCode>
                <c:ptCount val="4"/>
                <c:pt idx="0">
                  <c:v>82000</c:v>
                </c:pt>
                <c:pt idx="1">
                  <c:v>32000</c:v>
                </c:pt>
                <c:pt idx="2">
                  <c:v>14000</c:v>
                </c:pt>
                <c:pt idx="3">
                  <c:v>12000</c:v>
                </c:pt>
              </c:numCache>
            </c:numRef>
          </c:val>
          <c:extLst>
            <c:ext xmlns:c16="http://schemas.microsoft.com/office/drawing/2014/chart" uri="{C3380CC4-5D6E-409C-BE32-E72D297353CC}">
              <c16:uniqueId val="{00000008-B039-4882-B53F-7D54DC816E33}"/>
            </c:ext>
          </c:extLst>
        </c:ser>
        <c:dLbls>
          <c:showLegendKey val="0"/>
          <c:showVal val="0"/>
          <c:showCatName val="0"/>
          <c:showSerName val="0"/>
          <c:showPercent val="0"/>
          <c:showBubbleSize val="0"/>
          <c:showLeaderLines val="0"/>
        </c:dLbls>
        <c:firstSliceAng val="16"/>
        <c:holeSize val="8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E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doughnutChart>
        <c:varyColors val="1"/>
        <c:ser>
          <c:idx val="0"/>
          <c:order val="0"/>
          <c:tx>
            <c:strRef>
              <c:f>Sheet1!$B$1</c:f>
              <c:strCache>
                <c:ptCount val="1"/>
                <c:pt idx="0">
                  <c:v>Ventas</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DBEE-4C20-AC0D-26BEDCBA2FE1}"/>
              </c:ext>
            </c:extLst>
          </c:dPt>
          <c:dPt>
            <c:idx val="1"/>
            <c:bubble3D val="0"/>
            <c:spPr>
              <a:solidFill>
                <a:schemeClr val="tx1"/>
              </a:solidFill>
              <a:ln w="19050">
                <a:noFill/>
              </a:ln>
              <a:effectLst/>
            </c:spPr>
            <c:extLst>
              <c:ext xmlns:c16="http://schemas.microsoft.com/office/drawing/2014/chart" uri="{C3380CC4-5D6E-409C-BE32-E72D297353CC}">
                <c16:uniqueId val="{00000003-DBEE-4C20-AC0D-26BEDCBA2FE1}"/>
              </c:ext>
            </c:extLst>
          </c:dPt>
          <c:dPt>
            <c:idx val="2"/>
            <c:bubble3D val="0"/>
            <c:spPr>
              <a:solidFill>
                <a:schemeClr val="accent1"/>
              </a:solidFill>
              <a:ln w="19050">
                <a:noFill/>
              </a:ln>
              <a:effectLst/>
            </c:spPr>
            <c:extLst>
              <c:ext xmlns:c16="http://schemas.microsoft.com/office/drawing/2014/chart" uri="{C3380CC4-5D6E-409C-BE32-E72D297353CC}">
                <c16:uniqueId val="{00000005-DBEE-4C20-AC0D-26BEDCBA2FE1}"/>
              </c:ext>
            </c:extLst>
          </c:dPt>
          <c:dPt>
            <c:idx val="3"/>
            <c:bubble3D val="0"/>
            <c:spPr>
              <a:solidFill>
                <a:schemeClr val="accent1"/>
              </a:solidFill>
              <a:ln w="19050">
                <a:noFill/>
              </a:ln>
              <a:effectLst/>
            </c:spPr>
            <c:extLst>
              <c:ext xmlns:c16="http://schemas.microsoft.com/office/drawing/2014/chart" uri="{C3380CC4-5D6E-409C-BE32-E72D297353CC}">
                <c16:uniqueId val="{00000007-DBEE-4C20-AC0D-26BEDCBA2FE1}"/>
              </c:ext>
            </c:extLst>
          </c:dPt>
          <c:cat>
            <c:strRef>
              <c:f>Sheet1!$A$2:$A$5</c:f>
              <c:strCache>
                <c:ptCount val="4"/>
                <c:pt idx="0">
                  <c:v>Parte 1</c:v>
                </c:pt>
                <c:pt idx="1">
                  <c:v>Parte 2</c:v>
                </c:pt>
                <c:pt idx="2">
                  <c:v>Parte 3</c:v>
                </c:pt>
                <c:pt idx="3">
                  <c:v>Parte 4</c:v>
                </c:pt>
              </c:strCache>
            </c:strRef>
          </c:cat>
          <c:val>
            <c:numRef>
              <c:f>Sheet1!$B$2:$B$5</c:f>
              <c:numCache>
                <c:formatCode>General</c:formatCode>
                <c:ptCount val="4"/>
                <c:pt idx="0">
                  <c:v>82000</c:v>
                </c:pt>
                <c:pt idx="1">
                  <c:v>32000</c:v>
                </c:pt>
                <c:pt idx="2">
                  <c:v>14000</c:v>
                </c:pt>
                <c:pt idx="3">
                  <c:v>12000</c:v>
                </c:pt>
              </c:numCache>
            </c:numRef>
          </c:val>
          <c:extLst>
            <c:ext xmlns:c16="http://schemas.microsoft.com/office/drawing/2014/chart" uri="{C3380CC4-5D6E-409C-BE32-E72D297353CC}">
              <c16:uniqueId val="{00000008-DBEE-4C20-AC0D-26BEDCBA2FE1}"/>
            </c:ext>
          </c:extLst>
        </c:ser>
        <c:dLbls>
          <c:showLegendKey val="0"/>
          <c:showVal val="0"/>
          <c:showCatName val="0"/>
          <c:showSerName val="0"/>
          <c:showPercent val="0"/>
          <c:showBubbleSize val="0"/>
          <c:showLeaderLines val="0"/>
        </c:dLbls>
        <c:firstSliceAng val="16"/>
        <c:holeSize val="8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E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MX"/>
          </a:p>
        </p:txBody>
      </p:sp>
      <p:sp>
        <p:nvSpPr>
          <p:cNvPr id="3" name="Marcador de fecha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378C3290-BB3F-4141-B797-0119CECCA876}" type="datetime1">
              <a:rPr lang="es-MX" smtClean="0"/>
              <a:t>10/03/2025</a:t>
            </a:fld>
            <a:endParaRPr lang="es-MX"/>
          </a:p>
        </p:txBody>
      </p:sp>
      <p:sp>
        <p:nvSpPr>
          <p:cNvPr id="4" name="Marcador de pie de página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MX"/>
          </a:p>
        </p:txBody>
      </p:sp>
      <p:sp>
        <p:nvSpPr>
          <p:cNvPr id="5" name="Marcador de número de diapositiva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BF9A36D-7FAC-478F-9944-F324014F6FD1}" type="slidenum">
              <a:rPr lang="es-MX" smtClean="0"/>
              <a:t>‹Nº›</a:t>
            </a:fld>
            <a:endParaRPr lang="es-MX"/>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MX" noProof="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077CA6-7C70-48DC-8699-5C9D8B1769FF}" type="datetime1">
              <a:rPr lang="es-MX" smtClean="0"/>
              <a:pPr/>
              <a:t>08/03/2025</a:t>
            </a:fld>
            <a:endParaRPr lang="es-MX"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MX" noProof="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MX" noProof="0"/>
              <a:t>Haga clic para modificar los estilos de texto del patrón</a:t>
            </a:r>
          </a:p>
          <a:p>
            <a:pPr lvl="1" rtl="0"/>
            <a:r>
              <a:rPr lang="es-MX" noProof="0"/>
              <a:t>Segundo nivel</a:t>
            </a:r>
          </a:p>
          <a:p>
            <a:pPr lvl="2" rtl="0"/>
            <a:r>
              <a:rPr lang="es-MX" noProof="0"/>
              <a:t>Tercer nivel</a:t>
            </a:r>
          </a:p>
          <a:p>
            <a:pPr lvl="3" rtl="0"/>
            <a:r>
              <a:rPr lang="es-MX" noProof="0"/>
              <a:t>Cuarto nivel</a:t>
            </a:r>
          </a:p>
          <a:p>
            <a:pPr lvl="4" rtl="0"/>
            <a:r>
              <a:rPr lang="es-MX" noProof="0"/>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MX" noProof="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D4B9A9E5-4F7F-4A7D-9DE1-899232329269}" type="slidenum">
              <a:rPr lang="es-MX" noProof="0" smtClean="0"/>
              <a:t>‹Nº›</a:t>
            </a:fld>
            <a:endParaRPr lang="es-MX" noProof="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pPr rtl="0"/>
            <a:fld id="{D4B9A9E5-4F7F-4A7D-9DE1-899232329269}" type="slidenum">
              <a:rPr lang="es-MX" smtClean="0"/>
              <a:t>1</a:t>
            </a:fld>
            <a:endParaRPr lang="es-MX"/>
          </a:p>
        </p:txBody>
      </p:sp>
    </p:spTree>
    <p:extLst>
      <p:ext uri="{BB962C8B-B14F-4D97-AF65-F5344CB8AC3E}">
        <p14:creationId xmlns:p14="http://schemas.microsoft.com/office/powerpoint/2010/main" val="27632901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pPr rtl="0"/>
            <a:fld id="{D4B9A9E5-4F7F-4A7D-9DE1-899232329269}" type="slidenum">
              <a:rPr lang="es-MX" smtClean="0"/>
              <a:t>2</a:t>
            </a:fld>
            <a:endParaRPr lang="es-MX"/>
          </a:p>
        </p:txBody>
      </p:sp>
    </p:spTree>
    <p:extLst>
      <p:ext uri="{BB962C8B-B14F-4D97-AF65-F5344CB8AC3E}">
        <p14:creationId xmlns:p14="http://schemas.microsoft.com/office/powerpoint/2010/main" val="24118571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6421A-9F74-56B0-DF61-19D15729DA9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AD2F6CD-F0B1-E02F-610D-F2E37359FE7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BA777B9-5532-F30E-AB4F-D1B7B6452327}"/>
              </a:ext>
            </a:extLst>
          </p:cNvPr>
          <p:cNvSpPr>
            <a:spLocks noGrp="1"/>
          </p:cNvSpPr>
          <p:nvPr>
            <p:ph type="body" idx="1"/>
          </p:nvPr>
        </p:nvSpPr>
        <p:spPr/>
        <p:txBody>
          <a:bodyPr/>
          <a:lstStyle/>
          <a:p>
            <a:endParaRPr lang="es-MX"/>
          </a:p>
        </p:txBody>
      </p:sp>
      <p:sp>
        <p:nvSpPr>
          <p:cNvPr id="4" name="Marcador de número de diapositiva 3">
            <a:extLst>
              <a:ext uri="{FF2B5EF4-FFF2-40B4-BE49-F238E27FC236}">
                <a16:creationId xmlns:a16="http://schemas.microsoft.com/office/drawing/2014/main" id="{393F9FBD-6A14-EB88-91EE-CCC1779B1F1E}"/>
              </a:ext>
            </a:extLst>
          </p:cNvPr>
          <p:cNvSpPr>
            <a:spLocks noGrp="1"/>
          </p:cNvSpPr>
          <p:nvPr>
            <p:ph type="sldNum" sz="quarter" idx="5"/>
          </p:nvPr>
        </p:nvSpPr>
        <p:spPr/>
        <p:txBody>
          <a:bodyPr/>
          <a:lstStyle/>
          <a:p>
            <a:pPr rtl="0"/>
            <a:fld id="{D4B9A9E5-4F7F-4A7D-9DE1-899232329269}" type="slidenum">
              <a:rPr lang="es-MX" smtClean="0"/>
              <a:t>3</a:t>
            </a:fld>
            <a:endParaRPr lang="es-MX"/>
          </a:p>
        </p:txBody>
      </p:sp>
    </p:spTree>
    <p:extLst>
      <p:ext uri="{BB962C8B-B14F-4D97-AF65-F5344CB8AC3E}">
        <p14:creationId xmlns:p14="http://schemas.microsoft.com/office/powerpoint/2010/main" val="6532262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p>
            <a:pPr rtl="0"/>
            <a:endParaRPr lang="es-MX"/>
          </a:p>
        </p:txBody>
      </p:sp>
      <p:sp>
        <p:nvSpPr>
          <p:cNvPr id="4" name="Marcador de número de diapositiva 3"/>
          <p:cNvSpPr>
            <a:spLocks noGrp="1"/>
          </p:cNvSpPr>
          <p:nvPr>
            <p:ph type="sldNum" sz="quarter" idx="5"/>
          </p:nvPr>
        </p:nvSpPr>
        <p:spPr/>
        <p:txBody>
          <a:bodyPr rtlCol="0"/>
          <a:lstStyle/>
          <a:p>
            <a:pPr rtl="0"/>
            <a:fld id="{D4B9A9E5-4F7F-4A7D-9DE1-899232329269}" type="slidenum">
              <a:rPr lang="es-MX" smtClean="0"/>
              <a:t>4</a:t>
            </a:fld>
            <a:endParaRPr lang="es-MX"/>
          </a:p>
        </p:txBody>
      </p:sp>
    </p:spTree>
    <p:extLst>
      <p:ext uri="{BB962C8B-B14F-4D97-AF65-F5344CB8AC3E}">
        <p14:creationId xmlns:p14="http://schemas.microsoft.com/office/powerpoint/2010/main" val="38860653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0F103-F08B-B2A5-3B3E-25AF18C088B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4E1B200-E47A-7A1D-4DC7-B92B5F771C0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2610317-636B-E9D4-648F-43EDC7942388}"/>
              </a:ext>
            </a:extLst>
          </p:cNvPr>
          <p:cNvSpPr>
            <a:spLocks noGrp="1"/>
          </p:cNvSpPr>
          <p:nvPr>
            <p:ph type="body" idx="1"/>
          </p:nvPr>
        </p:nvSpPr>
        <p:spPr/>
        <p:txBody>
          <a:bodyPr rtlCol="0"/>
          <a:lstStyle/>
          <a:p>
            <a:pPr rtl="0"/>
            <a:endParaRPr lang="es-MX"/>
          </a:p>
        </p:txBody>
      </p:sp>
      <p:sp>
        <p:nvSpPr>
          <p:cNvPr id="4" name="Marcador de número de diapositiva 3">
            <a:extLst>
              <a:ext uri="{FF2B5EF4-FFF2-40B4-BE49-F238E27FC236}">
                <a16:creationId xmlns:a16="http://schemas.microsoft.com/office/drawing/2014/main" id="{0DA9F462-BF03-B562-A924-015F98D62BC4}"/>
              </a:ext>
            </a:extLst>
          </p:cNvPr>
          <p:cNvSpPr>
            <a:spLocks noGrp="1"/>
          </p:cNvSpPr>
          <p:nvPr>
            <p:ph type="sldNum" sz="quarter" idx="5"/>
          </p:nvPr>
        </p:nvSpPr>
        <p:spPr/>
        <p:txBody>
          <a:bodyPr rtlCol="0"/>
          <a:lstStyle/>
          <a:p>
            <a:pPr rtl="0"/>
            <a:fld id="{D4B9A9E5-4F7F-4A7D-9DE1-899232329269}" type="slidenum">
              <a:rPr lang="es-MX" smtClean="0"/>
              <a:t>6</a:t>
            </a:fld>
            <a:endParaRPr lang="es-MX"/>
          </a:p>
        </p:txBody>
      </p:sp>
    </p:spTree>
    <p:extLst>
      <p:ext uri="{BB962C8B-B14F-4D97-AF65-F5344CB8AC3E}">
        <p14:creationId xmlns:p14="http://schemas.microsoft.com/office/powerpoint/2010/main" val="13816287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pPr rtl="0"/>
            <a:fld id="{D4B9A9E5-4F7F-4A7D-9DE1-899232329269}" type="slidenum">
              <a:rPr lang="es-MX" smtClean="0"/>
              <a:t>7</a:t>
            </a:fld>
            <a:endParaRPr lang="es-MX"/>
          </a:p>
        </p:txBody>
      </p:sp>
    </p:spTree>
    <p:extLst>
      <p:ext uri="{BB962C8B-B14F-4D97-AF65-F5344CB8AC3E}">
        <p14:creationId xmlns:p14="http://schemas.microsoft.com/office/powerpoint/2010/main" val="19095647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pPr rtl="0"/>
            <a:fld id="{D4B9A9E5-4F7F-4A7D-9DE1-899232329269}" type="slidenum">
              <a:rPr lang="es-MX" smtClean="0"/>
              <a:t>8</a:t>
            </a:fld>
            <a:endParaRPr lang="es-MX"/>
          </a:p>
        </p:txBody>
      </p:sp>
    </p:spTree>
    <p:extLst>
      <p:ext uri="{BB962C8B-B14F-4D97-AF65-F5344CB8AC3E}">
        <p14:creationId xmlns:p14="http://schemas.microsoft.com/office/powerpoint/2010/main" val="13704316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pPr rtl="0"/>
            <a:fld id="{D4B9A9E5-4F7F-4A7D-9DE1-899232329269}" type="slidenum">
              <a:rPr lang="es-MX" smtClean="0"/>
              <a:t>9</a:t>
            </a:fld>
            <a:endParaRPr lang="es-MX"/>
          </a:p>
        </p:txBody>
      </p:sp>
    </p:spTree>
    <p:extLst>
      <p:ext uri="{BB962C8B-B14F-4D97-AF65-F5344CB8AC3E}">
        <p14:creationId xmlns:p14="http://schemas.microsoft.com/office/powerpoint/2010/main" val="24598915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pPr rtl="0"/>
            <a:fld id="{D4B9A9E5-4F7F-4A7D-9DE1-899232329269}" type="slidenum">
              <a:rPr lang="es-MX" smtClean="0"/>
              <a:t>10</a:t>
            </a:fld>
            <a:endParaRPr lang="es-MX"/>
          </a:p>
        </p:txBody>
      </p:sp>
    </p:spTree>
    <p:extLst>
      <p:ext uri="{BB962C8B-B14F-4D97-AF65-F5344CB8AC3E}">
        <p14:creationId xmlns:p14="http://schemas.microsoft.com/office/powerpoint/2010/main" val="30626514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pPr rtl="0"/>
            <a:fld id="{D4B9A9E5-4F7F-4A7D-9DE1-899232329269}" type="slidenum">
              <a:rPr lang="es-MX" smtClean="0"/>
              <a:t>11</a:t>
            </a:fld>
            <a:endParaRPr lang="es-MX"/>
          </a:p>
        </p:txBody>
      </p:sp>
    </p:spTree>
    <p:extLst>
      <p:ext uri="{BB962C8B-B14F-4D97-AF65-F5344CB8AC3E}">
        <p14:creationId xmlns:p14="http://schemas.microsoft.com/office/powerpoint/2010/main" val="26372728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pPr rtl="0"/>
            <a:fld id="{D4B9A9E5-4F7F-4A7D-9DE1-899232329269}" type="slidenum">
              <a:rPr lang="es-MX" smtClean="0"/>
              <a:t>12</a:t>
            </a:fld>
            <a:endParaRPr lang="es-MX"/>
          </a:p>
        </p:txBody>
      </p:sp>
    </p:spTree>
    <p:extLst>
      <p:ext uri="{BB962C8B-B14F-4D97-AF65-F5344CB8AC3E}">
        <p14:creationId xmlns:p14="http://schemas.microsoft.com/office/powerpoint/2010/main" val="1002128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pPr rtl="0"/>
            <a:fld id="{D4B9A9E5-4F7F-4A7D-9DE1-899232329269}" type="slidenum">
              <a:rPr lang="es-MX" smtClean="0"/>
              <a:t>13</a:t>
            </a:fld>
            <a:endParaRPr lang="es-MX"/>
          </a:p>
        </p:txBody>
      </p:sp>
    </p:spTree>
    <p:extLst>
      <p:ext uri="{BB962C8B-B14F-4D97-AF65-F5344CB8AC3E}">
        <p14:creationId xmlns:p14="http://schemas.microsoft.com/office/powerpoint/2010/main" val="37752008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pPr rtl="0"/>
            <a:fld id="{D4B9A9E5-4F7F-4A7D-9DE1-899232329269}" type="slidenum">
              <a:rPr lang="es-MX" smtClean="0"/>
              <a:t>14</a:t>
            </a:fld>
            <a:endParaRPr lang="es-MX"/>
          </a:p>
        </p:txBody>
      </p:sp>
    </p:spTree>
    <p:extLst>
      <p:ext uri="{BB962C8B-B14F-4D97-AF65-F5344CB8AC3E}">
        <p14:creationId xmlns:p14="http://schemas.microsoft.com/office/powerpoint/2010/main" val="38116091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pPr rtl="0"/>
            <a:fld id="{D4B9A9E5-4F7F-4A7D-9DE1-899232329269}" type="slidenum">
              <a:rPr lang="es-MX" smtClean="0"/>
              <a:t>15</a:t>
            </a:fld>
            <a:endParaRPr lang="es-MX"/>
          </a:p>
        </p:txBody>
      </p:sp>
    </p:spTree>
    <p:extLst>
      <p:ext uri="{BB962C8B-B14F-4D97-AF65-F5344CB8AC3E}">
        <p14:creationId xmlns:p14="http://schemas.microsoft.com/office/powerpoint/2010/main" val="20341331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pPr rtl="0"/>
            <a:fld id="{D4B9A9E5-4F7F-4A7D-9DE1-899232329269}" type="slidenum">
              <a:rPr lang="es-MX" smtClean="0"/>
              <a:t>16</a:t>
            </a:fld>
            <a:endParaRPr lang="es-MX"/>
          </a:p>
        </p:txBody>
      </p:sp>
    </p:spTree>
    <p:extLst>
      <p:ext uri="{BB962C8B-B14F-4D97-AF65-F5344CB8AC3E}">
        <p14:creationId xmlns:p14="http://schemas.microsoft.com/office/powerpoint/2010/main" val="8723910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pPr rtl="0"/>
            <a:fld id="{D4B9A9E5-4F7F-4A7D-9DE1-899232329269}" type="slidenum">
              <a:rPr lang="es-MX" smtClean="0"/>
              <a:t>17</a:t>
            </a:fld>
            <a:endParaRPr lang="es-MX"/>
          </a:p>
        </p:txBody>
      </p:sp>
    </p:spTree>
    <p:extLst>
      <p:ext uri="{BB962C8B-B14F-4D97-AF65-F5344CB8AC3E}">
        <p14:creationId xmlns:p14="http://schemas.microsoft.com/office/powerpoint/2010/main" val="21550089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pPr rtl="0"/>
            <a:fld id="{D4B9A9E5-4F7F-4A7D-9DE1-899232329269}" type="slidenum">
              <a:rPr lang="es-MX" smtClean="0"/>
              <a:t>18</a:t>
            </a:fld>
            <a:endParaRPr lang="es-MX"/>
          </a:p>
        </p:txBody>
      </p:sp>
    </p:spTree>
    <p:extLst>
      <p:ext uri="{BB962C8B-B14F-4D97-AF65-F5344CB8AC3E}">
        <p14:creationId xmlns:p14="http://schemas.microsoft.com/office/powerpoint/2010/main" val="36771058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pPr rtl="0"/>
            <a:fld id="{D4B9A9E5-4F7F-4A7D-9DE1-899232329269}" type="slidenum">
              <a:rPr lang="es-MX" smtClean="0"/>
              <a:t>19</a:t>
            </a:fld>
            <a:endParaRPr lang="es-MX"/>
          </a:p>
        </p:txBody>
      </p:sp>
    </p:spTree>
    <p:extLst>
      <p:ext uri="{BB962C8B-B14F-4D97-AF65-F5344CB8AC3E}">
        <p14:creationId xmlns:p14="http://schemas.microsoft.com/office/powerpoint/2010/main" val="21474929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pPr rtl="0"/>
            <a:fld id="{D4B9A9E5-4F7F-4A7D-9DE1-899232329269}" type="slidenum">
              <a:rPr lang="es-MX" smtClean="0"/>
              <a:t>20</a:t>
            </a:fld>
            <a:endParaRPr lang="es-MX"/>
          </a:p>
        </p:txBody>
      </p:sp>
    </p:spTree>
    <p:extLst>
      <p:ext uri="{BB962C8B-B14F-4D97-AF65-F5344CB8AC3E}">
        <p14:creationId xmlns:p14="http://schemas.microsoft.com/office/powerpoint/2010/main" val="208738496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6.sv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23.svg"/><Relationship Id="rId4" Type="http://schemas.openxmlformats.org/officeDocument/2006/relationships/image" Target="../media/image2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rtlCol="0" anchor="b">
            <a:noAutofit/>
          </a:bodyPr>
          <a:lstStyle>
            <a:lvl1pPr algn="l">
              <a:defRPr sz="3600" cap="all" spc="150" baseline="0"/>
            </a:lvl1pPr>
          </a:lstStyle>
          <a:p>
            <a:pPr rtl="0"/>
            <a:r>
              <a:rPr lang="es-MX" noProof="0"/>
              <a:t>HAGA CLIC PARA EDITAR EL ESTILO DEL TÍTULO DEL PATRÓN</a:t>
            </a:r>
          </a:p>
        </p:txBody>
      </p:sp>
      <p:sp>
        <p:nvSpPr>
          <p:cNvPr id="3" name="Subtítulo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6416041" y="5586890"/>
            <a:ext cx="4941770" cy="396660"/>
          </a:xfrm>
        </p:spPr>
        <p:txBody>
          <a:bodyPr rtlCol="0">
            <a:normAutofit/>
          </a:bodyPr>
          <a:lstStyle>
            <a:lvl1pPr marL="0" indent="0" algn="l">
              <a:lnSpc>
                <a:spcPct val="100000"/>
              </a:lnSpc>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MX" noProof="0"/>
              <a:t>Haga clic para editar el estilo de subtítulo del patrón</a:t>
            </a:r>
          </a:p>
        </p:txBody>
      </p:sp>
      <p:pic>
        <p:nvPicPr>
          <p:cNvPr id="8" name="Gráfico 7">
            <a:extLst>
              <a:ext uri="{FF2B5EF4-FFF2-40B4-BE49-F238E27FC236}">
                <a16:creationId xmlns:a16="http://schemas.microsoft.com/office/drawing/2014/main" id="{A04F1E16-9A84-4D0E-9706-79C396AF6AE6}"/>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tx1"/>
        </a:solidFill>
        <a:effectLst/>
      </p:bgPr>
    </p:bg>
    <p:spTree>
      <p:nvGrpSpPr>
        <p:cNvPr id="1" name=""/>
        <p:cNvGrpSpPr/>
        <p:nvPr/>
      </p:nvGrpSpPr>
      <p:grpSpPr>
        <a:xfrm>
          <a:off x="0" y="0"/>
          <a:ext cx="0" cy="0"/>
          <a:chOff x="0" y="0"/>
          <a:chExt cx="0" cy="0"/>
        </a:xfrm>
      </p:grpSpPr>
      <p:pic>
        <p:nvPicPr>
          <p:cNvPr id="8" name="Gráfico 7">
            <a:extLst>
              <a:ext uri="{FF2B5EF4-FFF2-40B4-BE49-F238E27FC236}">
                <a16:creationId xmlns:a16="http://schemas.microsoft.com/office/drawing/2014/main" id="{D514C6BF-376E-43E8-881D-2E767426990A}"/>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18301" r="28341" b="23071"/>
          <a:stretch/>
        </p:blipFill>
        <p:spPr>
          <a:xfrm>
            <a:off x="5488815" y="0"/>
            <a:ext cx="6703185" cy="6858000"/>
          </a:xfrm>
          <a:prstGeom prst="rect">
            <a:avLst/>
          </a:prstGeom>
        </p:spPr>
      </p:pic>
      <p:sp>
        <p:nvSpPr>
          <p:cNvPr id="2" name="Título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rtlCol="0" anchor="b">
            <a:normAutofit/>
          </a:bodyPr>
          <a:lstStyle>
            <a:lvl1pPr>
              <a:defRPr sz="2800" spc="150" baseline="0">
                <a:solidFill>
                  <a:schemeClr val="bg1"/>
                </a:solidFill>
              </a:defRPr>
            </a:lvl1pPr>
          </a:lstStyle>
          <a:p>
            <a:pPr rtl="0"/>
            <a:r>
              <a:rPr lang="es-MX" noProof="0"/>
              <a:t>HAGA CLIC PARA EDITAR EL ESTILO DEL TÍTULO DEL PATRÓN</a:t>
            </a:r>
          </a:p>
        </p:txBody>
      </p:sp>
      <p:sp>
        <p:nvSpPr>
          <p:cNvPr id="3" name="Marcador de contenido 2">
            <a:extLst>
              <a:ext uri="{FF2B5EF4-FFF2-40B4-BE49-F238E27FC236}">
                <a16:creationId xmlns:a16="http://schemas.microsoft.com/office/drawing/2014/main" id="{2DA41CE6-5A88-4C5C-B2A4-6A5D2153B16F}"/>
              </a:ext>
            </a:extLst>
          </p:cNvPr>
          <p:cNvSpPr>
            <a:spLocks noGrp="1"/>
          </p:cNvSpPr>
          <p:nvPr>
            <p:ph idx="1"/>
          </p:nvPr>
        </p:nvSpPr>
        <p:spPr>
          <a:xfrm>
            <a:off x="1333499" y="2924175"/>
            <a:ext cx="3171825" cy="2519363"/>
          </a:xfrm>
        </p:spPr>
        <p:txBody>
          <a:bodyPr rtlCol="0">
            <a:normAutofit/>
          </a:bodyPr>
          <a:lstStyle>
            <a:lvl1pPr marL="0" indent="0">
              <a:lnSpc>
                <a:spcPct val="120000"/>
              </a:lnSpc>
              <a:spcBef>
                <a:spcPts val="1000"/>
              </a:spcBef>
              <a:buNone/>
              <a:defRPr sz="1400" baseline="0">
                <a:solidFill>
                  <a:schemeClr val="bg1"/>
                </a:solidFill>
              </a:defRPr>
            </a:lvl1pPr>
            <a:lvl2pPr marL="457200" indent="0">
              <a:lnSpc>
                <a:spcPct val="120000"/>
              </a:lnSpc>
              <a:spcBef>
                <a:spcPts val="1000"/>
              </a:spcBef>
              <a:buNone/>
              <a:defRPr sz="1400" baseline="0">
                <a:solidFill>
                  <a:schemeClr val="bg1"/>
                </a:solidFill>
              </a:defRPr>
            </a:lvl2pPr>
            <a:lvl3pPr marL="914400" indent="0">
              <a:lnSpc>
                <a:spcPct val="120000"/>
              </a:lnSpc>
              <a:spcBef>
                <a:spcPts val="1000"/>
              </a:spcBef>
              <a:buNone/>
              <a:defRPr sz="1400" baseline="0">
                <a:solidFill>
                  <a:schemeClr val="bg1"/>
                </a:solidFill>
              </a:defRPr>
            </a:lvl3pPr>
            <a:lvl4pPr marL="1371600" indent="0">
              <a:lnSpc>
                <a:spcPct val="120000"/>
              </a:lnSpc>
              <a:spcBef>
                <a:spcPts val="1000"/>
              </a:spcBef>
              <a:buNone/>
              <a:defRPr sz="1400" baseline="0">
                <a:solidFill>
                  <a:schemeClr val="bg1"/>
                </a:solidFill>
              </a:defRPr>
            </a:lvl4pPr>
            <a:lvl5pPr marL="1828800" indent="0">
              <a:lnSpc>
                <a:spcPct val="120000"/>
              </a:lnSpc>
              <a:spcBef>
                <a:spcPts val="1000"/>
              </a:spcBef>
              <a:buNone/>
              <a:defRPr sz="1400" baseline="0">
                <a:solidFill>
                  <a:schemeClr val="bg1"/>
                </a:solidFill>
              </a:defRPr>
            </a:lvl5pPr>
          </a:lstStyle>
          <a:p>
            <a:pPr lvl="0" rtl="0"/>
            <a:r>
              <a:rPr lang="es-MX" noProof="0"/>
              <a:t>Haga clic para modificar los estilos de texto del patrón</a:t>
            </a:r>
          </a:p>
          <a:p>
            <a:pPr lvl="1" rtl="0"/>
            <a:r>
              <a:rPr lang="es-MX" noProof="0"/>
              <a:t>Segundo nivel</a:t>
            </a:r>
          </a:p>
          <a:p>
            <a:pPr lvl="2" rtl="0"/>
            <a:r>
              <a:rPr lang="es-MX" noProof="0"/>
              <a:t>Tercer nivel</a:t>
            </a:r>
          </a:p>
          <a:p>
            <a:pPr lvl="3" rtl="0"/>
            <a:r>
              <a:rPr lang="es-MX" noProof="0"/>
              <a:t>Cuarto nivel</a:t>
            </a:r>
          </a:p>
          <a:p>
            <a:pPr lvl="4" rtl="0"/>
            <a:r>
              <a:rPr lang="es-MX" noProof="0"/>
              <a:t>Quinto nivel</a:t>
            </a:r>
          </a:p>
        </p:txBody>
      </p:sp>
      <p:sp>
        <p:nvSpPr>
          <p:cNvPr id="4" name="Marcador de fecha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rtlCol="0"/>
          <a:lstStyle>
            <a:lvl1pPr>
              <a:defRPr sz="900"/>
            </a:lvl1pPr>
          </a:lstStyle>
          <a:p>
            <a:pPr rtl="0"/>
            <a:r>
              <a:rPr lang="es-MX" noProof="0"/>
              <a:t>20XX</a:t>
            </a:r>
          </a:p>
        </p:txBody>
      </p:sp>
      <p:sp>
        <p:nvSpPr>
          <p:cNvPr id="5" name="Marcador de pie de página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rtlCol="0"/>
          <a:lstStyle>
            <a:lvl1pPr>
              <a:defRPr sz="900"/>
            </a:lvl1pPr>
          </a:lstStyle>
          <a:p>
            <a:pPr rtl="0"/>
            <a:r>
              <a:rPr lang="es-MX" noProof="0"/>
              <a:t>Presentación de lanzamiento</a:t>
            </a:r>
          </a:p>
        </p:txBody>
      </p:sp>
      <p:sp>
        <p:nvSpPr>
          <p:cNvPr id="6" name="Marcador de número de diapositiva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ínea de tiempo">
    <p:spTree>
      <p:nvGrpSpPr>
        <p:cNvPr id="1" name=""/>
        <p:cNvGrpSpPr/>
        <p:nvPr/>
      </p:nvGrpSpPr>
      <p:grpSpPr>
        <a:xfrm>
          <a:off x="0" y="0"/>
          <a:ext cx="0" cy="0"/>
          <a:chOff x="0" y="0"/>
          <a:chExt cx="0" cy="0"/>
        </a:xfrm>
      </p:grpSpPr>
      <p:sp>
        <p:nvSpPr>
          <p:cNvPr id="12" name="Gráfico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pPr rtl="0"/>
            <a:endParaRPr lang="es-MX" noProof="0"/>
          </a:p>
        </p:txBody>
      </p:sp>
      <p:sp>
        <p:nvSpPr>
          <p:cNvPr id="2" name="Título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rtlCol="0">
            <a:normAutofit/>
          </a:bodyPr>
          <a:lstStyle>
            <a:lvl1pPr>
              <a:defRPr lang="en-US" sz="2800" kern="1200" cap="all" spc="150" baseline="0" dirty="0">
                <a:solidFill>
                  <a:schemeClr val="tx1"/>
                </a:solidFill>
                <a:latin typeface="+mj-lt"/>
                <a:ea typeface="+mj-ea"/>
                <a:cs typeface="+mj-cs"/>
              </a:defRPr>
            </a:lvl1pPr>
          </a:lstStyle>
          <a:p>
            <a:pPr rtl="0"/>
            <a:r>
              <a:rPr lang="es-MX" noProof="0"/>
              <a:t>HAGA CLIC PARA EDITAR EL TÍTULO</a:t>
            </a:r>
          </a:p>
        </p:txBody>
      </p:sp>
      <p:sp>
        <p:nvSpPr>
          <p:cNvPr id="16" name="Marcador de texto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rtlCol="0" anchor="ctr">
            <a:noAutofit/>
          </a:bodyPr>
          <a:lstStyle>
            <a:lvl1pPr marL="0" indent="0" algn="r">
              <a:buNone/>
              <a:defRPr sz="1600" cap="all" spc="150" baseline="0"/>
            </a:lvl1pPr>
          </a:lstStyle>
          <a:p>
            <a:pPr lvl="0" rtl="0"/>
            <a:r>
              <a:rPr lang="es-MX" noProof="0"/>
              <a:t>HAGA CLIC PARA MODIFICAR LOS ESTILOS DEL TEXTO MAESTRO</a:t>
            </a:r>
          </a:p>
        </p:txBody>
      </p:sp>
      <p:sp>
        <p:nvSpPr>
          <p:cNvPr id="17" name="Marcador de texto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rtlCol="0" anchor="ctr">
            <a:noAutofit/>
          </a:bodyPr>
          <a:lstStyle>
            <a:lvl1pPr marL="0" indent="0" algn="r">
              <a:buNone/>
              <a:defRPr sz="1600" cap="all" spc="150" baseline="0"/>
            </a:lvl1pPr>
          </a:lstStyle>
          <a:p>
            <a:pPr lvl="0" rtl="0"/>
            <a:r>
              <a:rPr lang="es-MX" noProof="0"/>
              <a:t>HAGA CLIC PARA MODIFICAR LOS ESTILOS DEL TEXTO MAESTRO</a:t>
            </a:r>
          </a:p>
        </p:txBody>
      </p:sp>
      <p:sp>
        <p:nvSpPr>
          <p:cNvPr id="18" name="Marcador de texto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rtlCol="0" anchor="ctr">
            <a:noAutofit/>
          </a:bodyPr>
          <a:lstStyle>
            <a:lvl1pPr marL="0" indent="0" algn="r">
              <a:buNone/>
              <a:defRPr sz="1600" cap="all" spc="150" baseline="0"/>
            </a:lvl1pPr>
          </a:lstStyle>
          <a:p>
            <a:pPr lvl="0" rtl="0"/>
            <a:r>
              <a:rPr lang="es-MX" noProof="0"/>
              <a:t>HAGA CLIC PARA MODIFICAR LOS ESTILOS DEL TEXTO MAESTRO</a:t>
            </a:r>
          </a:p>
        </p:txBody>
      </p:sp>
      <p:sp>
        <p:nvSpPr>
          <p:cNvPr id="19" name="Marcador de texto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rtlCol="0" anchor="ctr">
            <a:noAutofit/>
          </a:bodyPr>
          <a:lstStyle>
            <a:lvl1pPr marL="0" indent="0" algn="r">
              <a:buNone/>
              <a:defRPr sz="1600" cap="all" spc="150" baseline="0"/>
            </a:lvl1pPr>
          </a:lstStyle>
          <a:p>
            <a:pPr lvl="0" rtl="0"/>
            <a:r>
              <a:rPr lang="es-MX" noProof="0"/>
              <a:t>HAGA CLIC PARA MODIFICAR LOS ESTILOS DEL TEXTO MAESTRO</a:t>
            </a:r>
          </a:p>
        </p:txBody>
      </p:sp>
      <p:sp>
        <p:nvSpPr>
          <p:cNvPr id="34" name="Marcador de texto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rtlCol="0" anchor="t">
            <a:normAutofit/>
          </a:bodyPr>
          <a:lstStyle>
            <a:lvl1pPr marL="0" indent="0" algn="l">
              <a:lnSpc>
                <a:spcPct val="100000"/>
              </a:lnSpc>
              <a:buNone/>
              <a:defRPr sz="1400" spc="50" baseline="0"/>
            </a:lvl1pPr>
          </a:lstStyle>
          <a:p>
            <a:pPr lvl="0" rtl="0"/>
            <a:r>
              <a:rPr lang="es-MX" noProof="0"/>
              <a:t>Haga clic para modificar los estilos del texto maestro</a:t>
            </a:r>
          </a:p>
        </p:txBody>
      </p:sp>
      <p:sp>
        <p:nvSpPr>
          <p:cNvPr id="35" name="Marcador de texto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73328"/>
            <a:ext cx="5539095" cy="1010842"/>
          </a:xfrm>
        </p:spPr>
        <p:txBody>
          <a:bodyPr rtlCol="0" anchor="t">
            <a:normAutofit/>
          </a:bodyPr>
          <a:lstStyle>
            <a:lvl1pPr marL="0" indent="0" algn="l">
              <a:lnSpc>
                <a:spcPct val="100000"/>
              </a:lnSpc>
              <a:buNone/>
              <a:defRPr sz="1400" spc="50" baseline="0"/>
            </a:lvl1pPr>
          </a:lstStyle>
          <a:p>
            <a:pPr lvl="0" rtl="0"/>
            <a:r>
              <a:rPr lang="es-MX" noProof="0"/>
              <a:t>Haga clic para modificar los estilos del texto maestro</a:t>
            </a:r>
          </a:p>
        </p:txBody>
      </p:sp>
      <p:sp>
        <p:nvSpPr>
          <p:cNvPr id="36" name="Marcador de texto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rtlCol="0" anchor="t">
            <a:normAutofit/>
          </a:bodyPr>
          <a:lstStyle>
            <a:lvl1pPr marL="0" indent="0" algn="l">
              <a:lnSpc>
                <a:spcPct val="100000"/>
              </a:lnSpc>
              <a:buNone/>
              <a:defRPr sz="1400" spc="50" baseline="0"/>
            </a:lvl1pPr>
          </a:lstStyle>
          <a:p>
            <a:pPr lvl="0" rtl="0"/>
            <a:r>
              <a:rPr lang="es-MX" noProof="0"/>
              <a:t>Haga clic para modificar los estilos del texto maestro</a:t>
            </a:r>
          </a:p>
        </p:txBody>
      </p:sp>
      <p:sp>
        <p:nvSpPr>
          <p:cNvPr id="37" name="Marcador de texto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rtlCol="0" anchor="t">
            <a:normAutofit/>
          </a:bodyPr>
          <a:lstStyle>
            <a:lvl1pPr marL="0" indent="0" algn="l">
              <a:lnSpc>
                <a:spcPct val="100000"/>
              </a:lnSpc>
              <a:buNone/>
              <a:defRPr sz="1400" spc="50" baseline="0"/>
            </a:lvl1pPr>
          </a:lstStyle>
          <a:p>
            <a:pPr lvl="0" rtl="0"/>
            <a:r>
              <a:rPr lang="es-MX" noProof="0"/>
              <a:t>Haga clic para modificar los estilos del texto maestro</a:t>
            </a:r>
          </a:p>
        </p:txBody>
      </p:sp>
      <p:cxnSp>
        <p:nvCxnSpPr>
          <p:cNvPr id="3" name="Conector recto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4" name="Conector recto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8" name="Conector recto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9" name="Conector recto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sp>
        <p:nvSpPr>
          <p:cNvPr id="5" name="Marcador de fecha 4">
            <a:extLst>
              <a:ext uri="{FF2B5EF4-FFF2-40B4-BE49-F238E27FC236}">
                <a16:creationId xmlns:a16="http://schemas.microsoft.com/office/drawing/2014/main" id="{874DC36F-5D3E-439D-80B5-32633FC34434}"/>
              </a:ext>
            </a:extLst>
          </p:cNvPr>
          <p:cNvSpPr>
            <a:spLocks noGrp="1"/>
          </p:cNvSpPr>
          <p:nvPr>
            <p:ph type="dt" sz="half" idx="10"/>
          </p:nvPr>
        </p:nvSpPr>
        <p:spPr/>
        <p:txBody>
          <a:bodyPr rtlCol="0"/>
          <a:lstStyle>
            <a:lvl1pPr>
              <a:defRPr sz="900">
                <a:solidFill>
                  <a:srgbClr val="898989"/>
                </a:solidFill>
              </a:defRPr>
            </a:lvl1pPr>
          </a:lstStyle>
          <a:p>
            <a:pPr rtl="0"/>
            <a:r>
              <a:rPr lang="es-MX" noProof="0"/>
              <a:t>20XX</a:t>
            </a:r>
          </a:p>
        </p:txBody>
      </p:sp>
      <p:sp>
        <p:nvSpPr>
          <p:cNvPr id="6" name="Marcador de pie de página 5">
            <a:extLst>
              <a:ext uri="{FF2B5EF4-FFF2-40B4-BE49-F238E27FC236}">
                <a16:creationId xmlns:a16="http://schemas.microsoft.com/office/drawing/2014/main" id="{6C710A8A-CEC9-4787-A745-C28DD965F7DD}"/>
              </a:ext>
            </a:extLst>
          </p:cNvPr>
          <p:cNvSpPr>
            <a:spLocks noGrp="1"/>
          </p:cNvSpPr>
          <p:nvPr>
            <p:ph type="ftr" sz="quarter" idx="11"/>
          </p:nvPr>
        </p:nvSpPr>
        <p:spPr>
          <a:xfrm>
            <a:off x="6175279" y="6356350"/>
            <a:ext cx="1808712" cy="365125"/>
          </a:xfrm>
        </p:spPr>
        <p:txBody>
          <a:bodyPr rtlCol="0"/>
          <a:lstStyle>
            <a:lvl1pPr>
              <a:defRPr sz="900"/>
            </a:lvl1pPr>
          </a:lstStyle>
          <a:p>
            <a:pPr algn="l" rtl="0"/>
            <a:r>
              <a:rPr lang="es-MX" noProof="0"/>
              <a:t>Presentación de lanzamiento</a:t>
            </a:r>
          </a:p>
        </p:txBody>
      </p:sp>
      <p:sp>
        <p:nvSpPr>
          <p:cNvPr id="7" name="Marcador de número de diapositiva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lumna de contenido 2">
    <p:bg>
      <p:bgPr>
        <a:solidFill>
          <a:schemeClr val="tx1"/>
        </a:solidFill>
        <a:effectLst/>
      </p:bgPr>
    </p:bg>
    <p:spTree>
      <p:nvGrpSpPr>
        <p:cNvPr id="1" name=""/>
        <p:cNvGrpSpPr/>
        <p:nvPr/>
      </p:nvGrpSpPr>
      <p:grpSpPr>
        <a:xfrm>
          <a:off x="0" y="0"/>
          <a:ext cx="0" cy="0"/>
          <a:chOff x="0" y="0"/>
          <a:chExt cx="0" cy="0"/>
        </a:xfrm>
      </p:grpSpPr>
      <p:sp>
        <p:nvSpPr>
          <p:cNvPr id="14" name="Título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bg1"/>
                </a:solidFill>
                <a:latin typeface="+mj-lt"/>
                <a:ea typeface="+mj-ea"/>
                <a:cs typeface="+mj-cs"/>
              </a:defRPr>
            </a:lvl1pPr>
          </a:lstStyle>
          <a:p>
            <a:pPr rtl="0"/>
            <a:r>
              <a:rPr lang="es-MX" noProof="0"/>
              <a:t>HAGA CLIC PARA MODIFICAR EL ESTILO DEL TÍTULO MAESTRO</a:t>
            </a:r>
          </a:p>
        </p:txBody>
      </p:sp>
      <p:sp>
        <p:nvSpPr>
          <p:cNvPr id="15" name="Marcador de texto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rtlCol="0">
            <a:normAutofit/>
          </a:bodyPr>
          <a:lstStyle>
            <a:lvl1pPr marL="0" indent="0" algn="ctr">
              <a:buNone/>
              <a:defRPr lang="en-US" sz="2000" kern="1200" spc="150" baseline="0" dirty="0">
                <a:solidFill>
                  <a:schemeClr val="bg1"/>
                </a:solidFill>
                <a:latin typeface="+mj-lt"/>
                <a:ea typeface="+mj-ea"/>
                <a:cs typeface="+mj-cs"/>
              </a:defRPr>
            </a:lvl1pPr>
          </a:lstStyle>
          <a:p>
            <a:pPr lvl="0" rtl="0"/>
            <a:r>
              <a:rPr lang="es-MX" noProof="0"/>
              <a:t>HAGA CLIC PARA AGREGAR UN SUBTÍTULO</a:t>
            </a:r>
          </a:p>
        </p:txBody>
      </p:sp>
      <p:sp>
        <p:nvSpPr>
          <p:cNvPr id="17" name="Marcador de texto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rtlCol="0">
            <a:normAutofit/>
          </a:bodyPr>
          <a:lstStyle>
            <a:lvl1pPr marL="0" indent="0" algn="ctr">
              <a:lnSpc>
                <a:spcPct val="100000"/>
              </a:lnSpc>
              <a:buFont typeface="Arial" panose="020B0604020202020204" pitchFamily="34" charset="0"/>
              <a:buNone/>
              <a:defRPr sz="1400">
                <a:solidFill>
                  <a:schemeClr val="bg1"/>
                </a:solidFill>
              </a:defRPr>
            </a:lvl1pPr>
          </a:lstStyle>
          <a:p>
            <a:pPr lvl="0" rtl="0"/>
            <a:r>
              <a:rPr lang="es-MX" noProof="0"/>
              <a:t>Haga clic para agregar texto</a:t>
            </a:r>
          </a:p>
        </p:txBody>
      </p:sp>
      <p:sp>
        <p:nvSpPr>
          <p:cNvPr id="31" name="Marcador de texto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rtlCol="0">
            <a:normAutofit/>
          </a:bodyPr>
          <a:lstStyle>
            <a:lvl1pPr marL="0" indent="0" algn="ctr">
              <a:buNone/>
              <a:defRPr lang="en-US" sz="2000" kern="1200" spc="150" baseline="0" dirty="0">
                <a:solidFill>
                  <a:schemeClr val="bg1"/>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s-MX" noProof="0"/>
              <a:t>HAGA CLIC PARA AGREGAR UN SUBTÍTULO</a:t>
            </a:r>
          </a:p>
        </p:txBody>
      </p:sp>
      <p:sp>
        <p:nvSpPr>
          <p:cNvPr id="32" name="Marcador de texto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rtlCol="0">
            <a:normAutofit/>
          </a:bodyPr>
          <a:lstStyle>
            <a:lvl1pPr marL="0" indent="0" algn="ctr">
              <a:lnSpc>
                <a:spcPct val="100000"/>
              </a:lnSpc>
              <a:buFont typeface="Arial" panose="020B0604020202020204" pitchFamily="34" charset="0"/>
              <a:buNone/>
              <a:defRPr sz="1400">
                <a:solidFill>
                  <a:schemeClr val="bg1"/>
                </a:solidFill>
              </a:defRPr>
            </a:lvl1pPr>
          </a:lstStyle>
          <a:p>
            <a:pPr lvl="0" rtl="0"/>
            <a:r>
              <a:rPr lang="es-MX" noProof="0"/>
              <a:t>Haga clic para agregar texto</a:t>
            </a:r>
          </a:p>
        </p:txBody>
      </p:sp>
      <p:sp>
        <p:nvSpPr>
          <p:cNvPr id="33" name="Marcador de texto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rtlCol="0">
            <a:normAutofit/>
          </a:bodyPr>
          <a:lstStyle>
            <a:lvl1pPr marL="0" indent="0" algn="ctr">
              <a:buNone/>
              <a:defRPr lang="en-US" sz="2000" kern="1200" spc="150" baseline="0" dirty="0">
                <a:solidFill>
                  <a:schemeClr val="bg1"/>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s-MX" noProof="0"/>
              <a:t>HAGA CLIC PARA AGREGAR UN SUBTÍTULO</a:t>
            </a:r>
          </a:p>
        </p:txBody>
      </p:sp>
      <p:sp>
        <p:nvSpPr>
          <p:cNvPr id="34" name="Marcador de texto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rtlCol="0">
            <a:normAutofit/>
          </a:bodyPr>
          <a:lstStyle>
            <a:lvl1pPr marL="0" indent="0" algn="ctr">
              <a:lnSpc>
                <a:spcPct val="100000"/>
              </a:lnSpc>
              <a:buFont typeface="Arial" panose="020B0604020202020204" pitchFamily="34" charset="0"/>
              <a:buNone/>
              <a:defRPr sz="1400">
                <a:solidFill>
                  <a:schemeClr val="bg1"/>
                </a:solidFill>
              </a:defRPr>
            </a:lvl1pPr>
          </a:lstStyle>
          <a:p>
            <a:pPr lvl="0" rtl="0"/>
            <a:r>
              <a:rPr lang="es-MX" noProof="0"/>
              <a:t>Haga clic para agregar texto</a:t>
            </a:r>
          </a:p>
        </p:txBody>
      </p:sp>
      <p:sp>
        <p:nvSpPr>
          <p:cNvPr id="12" name="Marcador de texto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rtlCol="0">
            <a:normAutofit/>
          </a:bodyPr>
          <a:lstStyle>
            <a:lvl1pPr marL="0" indent="0" algn="ctr">
              <a:buNone/>
              <a:defRPr lang="en-US" sz="2000" kern="1200" spc="150" baseline="0" dirty="0">
                <a:solidFill>
                  <a:schemeClr val="bg1"/>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s-MX" noProof="0"/>
              <a:t>HAGA CLIC PARA AGREGAR UN SUBTÍTULO</a:t>
            </a:r>
          </a:p>
        </p:txBody>
      </p:sp>
      <p:sp>
        <p:nvSpPr>
          <p:cNvPr id="13" name="Marcador de texto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rtlCol="0">
            <a:normAutofit/>
          </a:bodyPr>
          <a:lstStyle>
            <a:lvl1pPr marL="0" indent="0" algn="ctr">
              <a:lnSpc>
                <a:spcPct val="100000"/>
              </a:lnSpc>
              <a:buFont typeface="Arial" panose="020B0604020202020204" pitchFamily="34" charset="0"/>
              <a:buNone/>
              <a:defRPr sz="1400">
                <a:solidFill>
                  <a:schemeClr val="bg1"/>
                </a:solidFill>
              </a:defRPr>
            </a:lvl1pPr>
          </a:lstStyle>
          <a:p>
            <a:pPr lvl="0" rtl="0"/>
            <a:r>
              <a:rPr lang="es-MX" noProof="0"/>
              <a:t>Haga clic para agregar texto</a:t>
            </a:r>
          </a:p>
        </p:txBody>
      </p:sp>
      <p:sp>
        <p:nvSpPr>
          <p:cNvPr id="3" name="Marcador de fecha 2">
            <a:extLst>
              <a:ext uri="{FF2B5EF4-FFF2-40B4-BE49-F238E27FC236}">
                <a16:creationId xmlns:a16="http://schemas.microsoft.com/office/drawing/2014/main" id="{98EC90C5-A811-4E5C-ADD1-A89DB4E94DAA}"/>
              </a:ext>
            </a:extLst>
          </p:cNvPr>
          <p:cNvSpPr>
            <a:spLocks noGrp="1"/>
          </p:cNvSpPr>
          <p:nvPr>
            <p:ph type="dt" sz="half" idx="20"/>
          </p:nvPr>
        </p:nvSpPr>
        <p:spPr/>
        <p:txBody>
          <a:bodyPr rtlCol="0"/>
          <a:lstStyle/>
          <a:p>
            <a:pPr rtl="0"/>
            <a:r>
              <a:rPr lang="es-MX" noProof="0"/>
              <a:t>20XX</a:t>
            </a:r>
          </a:p>
        </p:txBody>
      </p:sp>
      <p:sp>
        <p:nvSpPr>
          <p:cNvPr id="4" name="Marcador de pie de página 3">
            <a:extLst>
              <a:ext uri="{FF2B5EF4-FFF2-40B4-BE49-F238E27FC236}">
                <a16:creationId xmlns:a16="http://schemas.microsoft.com/office/drawing/2014/main" id="{3356B621-AE19-45D3-B25F-23256C242DDD}"/>
              </a:ext>
            </a:extLst>
          </p:cNvPr>
          <p:cNvSpPr>
            <a:spLocks noGrp="1"/>
          </p:cNvSpPr>
          <p:nvPr>
            <p:ph type="ftr" sz="quarter" idx="21"/>
          </p:nvPr>
        </p:nvSpPr>
        <p:spPr/>
        <p:txBody>
          <a:bodyPr rtlCol="0"/>
          <a:lstStyle/>
          <a:p>
            <a:pPr rtl="0"/>
            <a:r>
              <a:rPr lang="es-MX" noProof="0"/>
              <a:t>Presentación de lanzamiento</a:t>
            </a:r>
          </a:p>
        </p:txBody>
      </p:sp>
      <p:sp>
        <p:nvSpPr>
          <p:cNvPr id="5" name="Marcador de número de diapositiva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rtlCol="0"/>
          <a:lstStyle/>
          <a:p>
            <a:pPr rtl="0"/>
            <a:fld id="{B5CEABB6-07DC-46E8-9B57-56EC44A396E5}" type="slidenum">
              <a:rPr lang="es-MX" noProof="0" smtClean="0"/>
              <a:t>‹Nº›</a:t>
            </a:fld>
            <a:endParaRPr lang="es-MX" noProof="0"/>
          </a:p>
        </p:txBody>
      </p:sp>
      <p:cxnSp>
        <p:nvCxnSpPr>
          <p:cNvPr id="2" name="Conector recto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 name="Conector recto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lumna de contenido 3">
    <p:bg>
      <p:bgPr>
        <a:solidFill>
          <a:schemeClr val="bg1"/>
        </a:solidFill>
        <a:effectLst/>
      </p:bgPr>
    </p:bg>
    <p:spTree>
      <p:nvGrpSpPr>
        <p:cNvPr id="1" name=""/>
        <p:cNvGrpSpPr/>
        <p:nvPr/>
      </p:nvGrpSpPr>
      <p:grpSpPr>
        <a:xfrm>
          <a:off x="0" y="0"/>
          <a:ext cx="0" cy="0"/>
          <a:chOff x="0" y="0"/>
          <a:chExt cx="0" cy="0"/>
        </a:xfrm>
      </p:grpSpPr>
      <p:sp>
        <p:nvSpPr>
          <p:cNvPr id="14" name="Título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rtlCol="0" anchor="b">
            <a:normAutofit/>
          </a:bodyPr>
          <a:lstStyle>
            <a:lvl1pPr algn="l">
              <a:defRPr lang="en-US" sz="2800" kern="1200" spc="150" baseline="0" dirty="0">
                <a:solidFill>
                  <a:schemeClr val="tx1"/>
                </a:solidFill>
                <a:latin typeface="+mj-lt"/>
                <a:ea typeface="+mj-ea"/>
                <a:cs typeface="+mj-cs"/>
              </a:defRPr>
            </a:lvl1pPr>
          </a:lstStyle>
          <a:p>
            <a:pPr rtl="0"/>
            <a:r>
              <a:rPr lang="es-MX" noProof="0"/>
              <a:t>HAGA CLIC PARA MODIFICAR EL ESTILO DEL TÍTULO MAESTRO</a:t>
            </a:r>
          </a:p>
        </p:txBody>
      </p:sp>
      <p:sp>
        <p:nvSpPr>
          <p:cNvPr id="15" name="Marcador de texto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rtlCol="0">
            <a:normAutofit/>
          </a:bodyPr>
          <a:lstStyle>
            <a:lvl1pPr marL="0" indent="0">
              <a:buNone/>
              <a:defRPr lang="en-US" sz="2000" kern="1200" spc="150" baseline="0" dirty="0">
                <a:solidFill>
                  <a:schemeClr val="tx1"/>
                </a:solidFill>
                <a:latin typeface="+mj-lt"/>
                <a:ea typeface="+mj-ea"/>
                <a:cs typeface="+mj-cs"/>
              </a:defRPr>
            </a:lvl1pPr>
          </a:lstStyle>
          <a:p>
            <a:pPr lvl="0" rtl="0"/>
            <a:r>
              <a:rPr lang="es-MX" noProof="0"/>
              <a:t>HAGA CLIC PARA AGREGAR UN SUBTÍTULO</a:t>
            </a:r>
          </a:p>
        </p:txBody>
      </p:sp>
      <p:sp>
        <p:nvSpPr>
          <p:cNvPr id="17" name="Marcador de texto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s-MX" noProof="0"/>
              <a:t>Haga clic para agregar texto</a:t>
            </a:r>
          </a:p>
        </p:txBody>
      </p:sp>
      <p:sp>
        <p:nvSpPr>
          <p:cNvPr id="16" name="Marcador de texto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rtlCol="0">
            <a:normAutofit/>
          </a:bodyPr>
          <a:lstStyle>
            <a:lvl1pPr marL="0" indent="0">
              <a:buNone/>
              <a:defRPr lang="en-US" sz="2000" kern="1200" spc="150" baseline="0" dirty="0">
                <a:solidFill>
                  <a:schemeClr val="tx1"/>
                </a:solidFill>
                <a:latin typeface="+mj-lt"/>
                <a:ea typeface="+mj-ea"/>
                <a:cs typeface="+mj-cs"/>
              </a:defRPr>
            </a:lvl1pPr>
          </a:lstStyle>
          <a:p>
            <a:pPr lvl="0" rtl="0"/>
            <a:r>
              <a:rPr lang="es-MX" noProof="0"/>
              <a:t>HAGA CLIC PARA AGREGAR UN SUBTÍTULO</a:t>
            </a:r>
          </a:p>
        </p:txBody>
      </p:sp>
      <p:sp>
        <p:nvSpPr>
          <p:cNvPr id="18" name="Marcador de texto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s-MX" noProof="0"/>
              <a:t>Haga clic para agregar texto</a:t>
            </a:r>
          </a:p>
        </p:txBody>
      </p:sp>
      <p:sp>
        <p:nvSpPr>
          <p:cNvPr id="19" name="Marcador de texto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rtlCol="0">
            <a:normAutofit/>
          </a:bodyPr>
          <a:lstStyle>
            <a:lvl1pPr marL="0" indent="0">
              <a:buNone/>
              <a:defRPr lang="en-US" sz="2000" kern="1200" spc="150" baseline="0" dirty="0">
                <a:solidFill>
                  <a:schemeClr val="tx1"/>
                </a:solidFill>
                <a:latin typeface="+mj-lt"/>
                <a:ea typeface="+mj-ea"/>
                <a:cs typeface="+mj-cs"/>
              </a:defRPr>
            </a:lvl1pPr>
          </a:lstStyle>
          <a:p>
            <a:pPr lvl="0" rtl="0"/>
            <a:r>
              <a:rPr lang="es-MX" noProof="0"/>
              <a:t>HAGA CLIC PARA AGREGAR UN SUBTÍTULO</a:t>
            </a:r>
          </a:p>
        </p:txBody>
      </p:sp>
      <p:sp>
        <p:nvSpPr>
          <p:cNvPr id="20" name="Marcador de texto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s-MX" noProof="0"/>
              <a:t>Haga clic para agregar texto</a:t>
            </a:r>
          </a:p>
        </p:txBody>
      </p:sp>
      <p:sp>
        <p:nvSpPr>
          <p:cNvPr id="23" name="Marcador de texto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rtlCol="0">
            <a:normAutofit/>
          </a:bodyPr>
          <a:lstStyle>
            <a:lvl1pPr marL="0" indent="0">
              <a:buNone/>
              <a:defRPr lang="en-US" sz="2000" kern="1200" spc="150" baseline="0" dirty="0">
                <a:solidFill>
                  <a:schemeClr val="tx1"/>
                </a:solidFill>
                <a:latin typeface="+mj-lt"/>
                <a:ea typeface="+mj-ea"/>
                <a:cs typeface="+mj-cs"/>
              </a:defRPr>
            </a:lvl1pPr>
          </a:lstStyle>
          <a:p>
            <a:pPr lvl="0" rtl="0"/>
            <a:r>
              <a:rPr lang="es-MX" noProof="0"/>
              <a:t>HAGA CLIC PARA AGREGAR UN SUBTÍTULO</a:t>
            </a:r>
          </a:p>
        </p:txBody>
      </p:sp>
      <p:sp>
        <p:nvSpPr>
          <p:cNvPr id="24" name="Marcador de texto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s-MX" noProof="0"/>
              <a:t>Haga clic para agregar texto</a:t>
            </a:r>
          </a:p>
        </p:txBody>
      </p:sp>
      <p:sp>
        <p:nvSpPr>
          <p:cNvPr id="3" name="Marcador de fecha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rtlCol="0"/>
          <a:lstStyle>
            <a:lvl1pPr>
              <a:defRPr sz="900"/>
            </a:lvl1pPr>
          </a:lstStyle>
          <a:p>
            <a:pPr rtl="0"/>
            <a:r>
              <a:rPr lang="es-MX" noProof="0"/>
              <a:t>20XX</a:t>
            </a:r>
          </a:p>
        </p:txBody>
      </p:sp>
      <p:sp>
        <p:nvSpPr>
          <p:cNvPr id="4" name="Marcador de pie de página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rtlCol="0"/>
          <a:lstStyle>
            <a:lvl1pPr>
              <a:defRPr sz="900"/>
            </a:lvl1pPr>
          </a:lstStyle>
          <a:p>
            <a:pPr rtl="0"/>
            <a:r>
              <a:rPr lang="es-MX" noProof="0"/>
              <a:t>Presentación de lanzamiento</a:t>
            </a:r>
          </a:p>
        </p:txBody>
      </p:sp>
      <p:sp>
        <p:nvSpPr>
          <p:cNvPr id="5" name="Marcador de número de diapositiva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rtlCol="0"/>
          <a:lstStyle>
            <a:lvl1pPr>
              <a:defRPr sz="900"/>
            </a:lvl1pPr>
          </a:lstStyle>
          <a:p>
            <a:pPr rtl="0"/>
            <a:fld id="{B5CEABB6-07DC-46E8-9B57-56EC44A396E5}" type="slidenum">
              <a:rPr lang="es-MX" noProof="0" smtClean="0"/>
              <a:pPr rtl="0"/>
              <a:t>‹Nº›</a:t>
            </a:fld>
            <a:endParaRPr lang="es-MX" noProof="0"/>
          </a:p>
        </p:txBody>
      </p:sp>
      <p:pic>
        <p:nvPicPr>
          <p:cNvPr id="2" name="Gráfico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ción">
    <p:bg>
      <p:bgPr>
        <a:solidFill>
          <a:schemeClr val="accent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rtlCol="0" anchor="b">
            <a:normAutofit/>
          </a:bodyPr>
          <a:lstStyle>
            <a:lvl1pPr>
              <a:defRPr lang="en-US" sz="2800" kern="1200" spc="150" baseline="0" dirty="0">
                <a:solidFill>
                  <a:schemeClr val="tx1"/>
                </a:solidFill>
                <a:latin typeface="+mj-lt"/>
                <a:ea typeface="+mj-ea"/>
                <a:cs typeface="+mj-cs"/>
              </a:defRPr>
            </a:lvl1pPr>
          </a:lstStyle>
          <a:p>
            <a:pPr rtl="0"/>
            <a:r>
              <a:rPr lang="es-MX" noProof="0"/>
              <a:t>HAGA CLIC PARA EDITAR EL ESTILO DEL TÍTULO DEL PATRÓN</a:t>
            </a:r>
          </a:p>
        </p:txBody>
      </p:sp>
      <p:sp>
        <p:nvSpPr>
          <p:cNvPr id="3" name="Marcador de texto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rtlCol="0">
            <a:normAutofit/>
          </a:bodyPr>
          <a:lstStyle>
            <a:lvl1pPr marL="0" indent="0">
              <a:lnSpc>
                <a:spcPct val="100000"/>
              </a:lnSpc>
              <a:buNone/>
              <a:defRPr sz="1400" spc="5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MX" noProof="0"/>
              <a:t>Haga clic para modificar los estilos de texto del patrón</a:t>
            </a:r>
          </a:p>
        </p:txBody>
      </p:sp>
      <p:cxnSp>
        <p:nvCxnSpPr>
          <p:cNvPr id="14" name="Conector recto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Marcador de fecha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rtlCol="0"/>
          <a:lstStyle>
            <a:lvl1pPr>
              <a:defRPr sz="900"/>
            </a:lvl1pPr>
          </a:lstStyle>
          <a:p>
            <a:pPr rtl="0"/>
            <a:r>
              <a:rPr lang="es-MX" noProof="0"/>
              <a:t>20XX</a:t>
            </a:r>
          </a:p>
        </p:txBody>
      </p:sp>
      <p:sp>
        <p:nvSpPr>
          <p:cNvPr id="10" name="Marcador de pie de página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rtlCol="0"/>
          <a:lstStyle>
            <a:lvl1pPr>
              <a:defRPr sz="900"/>
            </a:lvl1pPr>
          </a:lstStyle>
          <a:p>
            <a:pPr rtl="0"/>
            <a:r>
              <a:rPr lang="es-MX" noProof="0"/>
              <a:t>Presentación de lanzamiento</a:t>
            </a:r>
          </a:p>
        </p:txBody>
      </p:sp>
      <p:sp>
        <p:nvSpPr>
          <p:cNvPr id="11" name="Marcador de número de diapositiva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alto de sección">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rtlCol="0" anchor="ctr">
            <a:noAutofit/>
          </a:bodyPr>
          <a:lstStyle>
            <a:lvl1pPr algn="l">
              <a:defRPr sz="3600" spc="150" baseline="0">
                <a:solidFill>
                  <a:schemeClr val="bg1"/>
                </a:solidFill>
              </a:defRPr>
            </a:lvl1pPr>
          </a:lstStyle>
          <a:p>
            <a:pPr rtl="0"/>
            <a:r>
              <a:rPr lang="es-MX" noProof="0"/>
              <a:t>HAGA CLIC PARA MODIFICAR EL ESTILO DEL TÍTULO MAESTRO</a:t>
            </a:r>
          </a:p>
        </p:txBody>
      </p:sp>
      <p:pic>
        <p:nvPicPr>
          <p:cNvPr id="5" name="Gráfico 4">
            <a:extLst>
              <a:ext uri="{FF2B5EF4-FFF2-40B4-BE49-F238E27FC236}">
                <a16:creationId xmlns:a16="http://schemas.microsoft.com/office/drawing/2014/main" id="{F05D2CCB-CCFC-4A8A-ADA9-C1E4D13B96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ita">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AEE644D4-F9A4-4237-BD5C-4B97ABA9337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5581650" cy="6858000"/>
          </a:xfrm>
          <a:prstGeom prst="rect">
            <a:avLst/>
          </a:prstGeom>
        </p:spPr>
      </p:pic>
      <p:sp>
        <p:nvSpPr>
          <p:cNvPr id="2" name="Título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rtlCol="0" anchor="t">
            <a:normAutofit/>
          </a:bodyPr>
          <a:lstStyle>
            <a:lvl1pPr>
              <a:defRPr lang="en-US" sz="2800" kern="1200" cap="all" spc="150" baseline="0" dirty="0">
                <a:solidFill>
                  <a:schemeClr val="tx1"/>
                </a:solidFill>
                <a:latin typeface="+mj-lt"/>
                <a:ea typeface="+mj-ea"/>
                <a:cs typeface="+mj-cs"/>
              </a:defRPr>
            </a:lvl1pPr>
          </a:lstStyle>
          <a:p>
            <a:pPr rtl="0"/>
            <a:r>
              <a:rPr lang="es-MX" noProof="0"/>
              <a:t>HAGA CLIC PARA EDITAR EL ESTILO DEL TÍTULO DEL PATRÓN</a:t>
            </a:r>
          </a:p>
        </p:txBody>
      </p:sp>
      <p:cxnSp>
        <p:nvCxnSpPr>
          <p:cNvPr id="9" name="Conector recto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Marcador de texto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rtlCol="0">
            <a:normAutofit/>
          </a:bodyPr>
          <a:lstStyle>
            <a:lvl1pPr marL="0" indent="0">
              <a:buNone/>
              <a:defRPr lang="en-US" sz="2000" kern="1200" cap="all" spc="150" baseline="0" dirty="0">
                <a:solidFill>
                  <a:schemeClr val="tx1"/>
                </a:solidFill>
                <a:latin typeface="+mj-lt"/>
                <a:ea typeface="+mj-ea"/>
                <a:cs typeface="+mj-cs"/>
              </a:defRPr>
            </a:lvl1pPr>
          </a:lstStyle>
          <a:p>
            <a:pPr lvl="0" rtl="0"/>
            <a:r>
              <a:rPr lang="es-MX" noProof="0"/>
              <a:t>HAGA CLIC PARA AGREGAR UN SUBTÍTULO</a:t>
            </a:r>
          </a:p>
        </p:txBody>
      </p:sp>
      <p:sp>
        <p:nvSpPr>
          <p:cNvPr id="12" name="Marcador de texto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s-MX" noProof="0"/>
              <a:t>Haga clic para agregar texto</a:t>
            </a:r>
          </a:p>
        </p:txBody>
      </p:sp>
      <p:sp>
        <p:nvSpPr>
          <p:cNvPr id="13" name="Marcador de texto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rtlCol="0">
            <a:normAutofit/>
          </a:bodyPr>
          <a:lstStyle>
            <a:lvl1pPr marL="0" indent="0">
              <a:buNone/>
              <a:defRPr lang="en-US" sz="2000" kern="1200" cap="all" spc="150" baseline="0" dirty="0">
                <a:solidFill>
                  <a:schemeClr val="tx1"/>
                </a:solidFill>
                <a:latin typeface="+mj-lt"/>
                <a:ea typeface="+mj-ea"/>
                <a:cs typeface="+mj-cs"/>
              </a:defRPr>
            </a:lvl1pPr>
          </a:lstStyle>
          <a:p>
            <a:pPr lvl="0" rtl="0"/>
            <a:r>
              <a:rPr lang="es-MX" noProof="0"/>
              <a:t>HAGA CLIC PARA AGREGAR UN SUBTÍTULO</a:t>
            </a:r>
          </a:p>
        </p:txBody>
      </p:sp>
      <p:sp>
        <p:nvSpPr>
          <p:cNvPr id="14" name="Marcador de texto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s-MX" noProof="0"/>
              <a:t>Haga clic para agregar texto</a:t>
            </a:r>
          </a:p>
        </p:txBody>
      </p:sp>
      <p:sp>
        <p:nvSpPr>
          <p:cNvPr id="15" name="Marcador de texto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rtlCol="0">
            <a:normAutofit/>
          </a:bodyPr>
          <a:lstStyle>
            <a:lvl1pPr marL="0" indent="0">
              <a:buNone/>
              <a:defRPr lang="en-US" sz="2000" kern="1200" cap="all" spc="150" baseline="0" dirty="0">
                <a:solidFill>
                  <a:schemeClr val="tx1"/>
                </a:solidFill>
                <a:latin typeface="+mj-lt"/>
                <a:ea typeface="+mj-ea"/>
                <a:cs typeface="+mj-cs"/>
              </a:defRPr>
            </a:lvl1pPr>
          </a:lstStyle>
          <a:p>
            <a:pPr lvl="0" rtl="0"/>
            <a:r>
              <a:rPr lang="es-MX" noProof="0"/>
              <a:t>HAGA CLIC PARA AGREGAR UN SUBTÍTULO</a:t>
            </a:r>
          </a:p>
        </p:txBody>
      </p:sp>
      <p:sp>
        <p:nvSpPr>
          <p:cNvPr id="16" name="Marcador de texto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s-MX" noProof="0"/>
              <a:t>Haga clic para agregar texto</a:t>
            </a:r>
          </a:p>
        </p:txBody>
      </p:sp>
      <p:sp>
        <p:nvSpPr>
          <p:cNvPr id="17" name="Marcador de fecha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rtlCol="0"/>
          <a:lstStyle>
            <a:lvl1pPr>
              <a:defRPr sz="900"/>
            </a:lvl1pPr>
          </a:lstStyle>
          <a:p>
            <a:pPr rtl="0"/>
            <a:r>
              <a:rPr lang="es-MX" noProof="0"/>
              <a:t>20XX</a:t>
            </a:r>
          </a:p>
        </p:txBody>
      </p:sp>
      <p:sp>
        <p:nvSpPr>
          <p:cNvPr id="18" name="Marcador de pie de página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rtlCol="0"/>
          <a:lstStyle>
            <a:lvl1pPr>
              <a:defRPr sz="900"/>
            </a:lvl1pPr>
          </a:lstStyle>
          <a:p>
            <a:pPr rtl="0"/>
            <a:r>
              <a:rPr lang="es-MX" noProof="0"/>
              <a:t>Presentación de lanzamiento</a:t>
            </a:r>
          </a:p>
        </p:txBody>
      </p:sp>
      <p:sp>
        <p:nvSpPr>
          <p:cNvPr id="19" name="Marcador de número de diapositiva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rtlCol="0"/>
          <a:lstStyle>
            <a:lvl1pPr>
              <a:defRPr sz="900"/>
            </a:lvl1pPr>
          </a:lstStyle>
          <a:p>
            <a:pPr rtl="0"/>
            <a:fld id="{B5CEABB6-07DC-46E8-9B57-56EC44A396E5}" type="slidenum">
              <a:rPr lang="es-MX" noProof="0" smtClean="0"/>
              <a:pPr rtl="0"/>
              <a:t>‹Nº›</a:t>
            </a:fld>
            <a:endParaRPr lang="es-MX" noProof="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res contenidos">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cap="all" spc="150" baseline="0" dirty="0">
                <a:solidFill>
                  <a:schemeClr val="tx1"/>
                </a:solidFill>
                <a:latin typeface="+mj-lt"/>
                <a:ea typeface="+mj-ea"/>
                <a:cs typeface="+mj-cs"/>
              </a:defRPr>
            </a:lvl1pPr>
          </a:lstStyle>
          <a:p>
            <a:pPr rtl="0"/>
            <a:r>
              <a:rPr lang="es-MX" noProof="0"/>
              <a:t>HAGA CLIC PARA EDITAR EL ESTILO DEL TÍTULO DEL PATRÓN</a:t>
            </a:r>
          </a:p>
        </p:txBody>
      </p:sp>
      <p:sp>
        <p:nvSpPr>
          <p:cNvPr id="3" name="Marcador de texto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rtlCol="0" anchor="b">
            <a:noAutofit/>
          </a:bodyPr>
          <a:lstStyle>
            <a:lvl1pPr marL="0" indent="0">
              <a:buNone/>
              <a:defRPr lang="en-US" sz="2000" kern="1200" cap="all"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 EL TEXTO MAESTRO</a:t>
            </a:r>
          </a:p>
        </p:txBody>
      </p:sp>
      <p:sp>
        <p:nvSpPr>
          <p:cNvPr id="4" name="Marcador de contenido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s-MX" noProof="0"/>
              <a:t>Haga clic para modificar los estilos de texto del patrón</a:t>
            </a:r>
          </a:p>
          <a:p>
            <a:pPr lvl="1" rtl="0"/>
            <a:r>
              <a:rPr lang="es-MX" noProof="0"/>
              <a:t>Segundo nivel</a:t>
            </a:r>
          </a:p>
          <a:p>
            <a:pPr lvl="2" rtl="0"/>
            <a:r>
              <a:rPr lang="es-MX" noProof="0"/>
              <a:t>Tercer nivel</a:t>
            </a:r>
          </a:p>
          <a:p>
            <a:pPr lvl="3" rtl="0"/>
            <a:r>
              <a:rPr lang="es-MX" noProof="0"/>
              <a:t>Cuarto nivel</a:t>
            </a:r>
          </a:p>
          <a:p>
            <a:pPr lvl="4" rtl="0"/>
            <a:r>
              <a:rPr lang="es-MX" noProof="0"/>
              <a:t>Quinto nivel</a:t>
            </a:r>
          </a:p>
        </p:txBody>
      </p:sp>
      <p:sp>
        <p:nvSpPr>
          <p:cNvPr id="5" name="Marcador de texto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rtlCol="0" anchor="b">
            <a:noAutofit/>
          </a:bodyPr>
          <a:lstStyle>
            <a:lvl1pPr marL="0" indent="0">
              <a:buNone/>
              <a:defRPr lang="en-US" sz="2000" kern="1200" cap="all"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s-MX" noProof="0"/>
              <a:t>HAGA CLIC PARA EDITAR EL TEXTO MAESTRO</a:t>
            </a:r>
          </a:p>
        </p:txBody>
      </p:sp>
      <p:sp>
        <p:nvSpPr>
          <p:cNvPr id="6" name="Marcador de contenido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s-MX" noProof="0"/>
              <a:t>Haga clic para modificar los estilos de texto del patrón</a:t>
            </a:r>
          </a:p>
          <a:p>
            <a:pPr lvl="1" rtl="0"/>
            <a:r>
              <a:rPr lang="es-MX" noProof="0"/>
              <a:t>Segundo nivel</a:t>
            </a:r>
          </a:p>
          <a:p>
            <a:pPr lvl="2" rtl="0"/>
            <a:r>
              <a:rPr lang="es-MX" noProof="0"/>
              <a:t>Tercer nivel</a:t>
            </a:r>
          </a:p>
          <a:p>
            <a:pPr lvl="3" rtl="0"/>
            <a:r>
              <a:rPr lang="es-MX" noProof="0"/>
              <a:t>Cuarto nivel</a:t>
            </a:r>
          </a:p>
          <a:p>
            <a:pPr lvl="4" rtl="0"/>
            <a:r>
              <a:rPr lang="es-MX" noProof="0"/>
              <a:t>Quinto nivel</a:t>
            </a:r>
          </a:p>
        </p:txBody>
      </p:sp>
      <p:cxnSp>
        <p:nvCxnSpPr>
          <p:cNvPr id="16" name="Conector recto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Marcador de texto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rtlCol="0" anchor="b">
            <a:noAutofit/>
          </a:bodyPr>
          <a:lstStyle>
            <a:lvl1pPr marL="0" indent="0">
              <a:buNone/>
              <a:defRPr lang="en-US" sz="2000" kern="1200" cap="all"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HAGA CLIC PARA EDITAR EL TEXTO MAESTRO</a:t>
            </a:r>
          </a:p>
        </p:txBody>
      </p:sp>
      <p:sp>
        <p:nvSpPr>
          <p:cNvPr id="22" name="Marcador de contenido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s-MX" noProof="0"/>
              <a:t>Haga clic para modificar los estilos de texto del patrón</a:t>
            </a:r>
          </a:p>
          <a:p>
            <a:pPr lvl="1" rtl="0"/>
            <a:r>
              <a:rPr lang="es-MX" noProof="0"/>
              <a:t>Segundo nivel</a:t>
            </a:r>
          </a:p>
          <a:p>
            <a:pPr lvl="2" rtl="0"/>
            <a:r>
              <a:rPr lang="es-MX" noProof="0"/>
              <a:t>Tercer nivel</a:t>
            </a:r>
          </a:p>
          <a:p>
            <a:pPr lvl="3" rtl="0"/>
            <a:r>
              <a:rPr lang="es-MX" noProof="0"/>
              <a:t>Cuarto nivel</a:t>
            </a:r>
          </a:p>
          <a:p>
            <a:pPr lvl="4" rtl="0"/>
            <a:r>
              <a:rPr lang="es-MX" noProof="0"/>
              <a:t>Quinto nivel</a:t>
            </a:r>
          </a:p>
        </p:txBody>
      </p:sp>
      <p:sp>
        <p:nvSpPr>
          <p:cNvPr id="7" name="Marcador de fecha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s-MX" noProof="0"/>
              <a:t>20XX</a:t>
            </a:r>
          </a:p>
        </p:txBody>
      </p:sp>
      <p:sp>
        <p:nvSpPr>
          <p:cNvPr id="8" name="Marcador de pie de página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s-MX" noProof="0"/>
              <a:t>Presentación de lanzamiento</a:t>
            </a:r>
          </a:p>
        </p:txBody>
      </p:sp>
      <p:sp>
        <p:nvSpPr>
          <p:cNvPr id="9" name="Marcador de número de diapositiva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ido  3">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cap="all" spc="150" baseline="0" dirty="0">
                <a:solidFill>
                  <a:schemeClr val="bg1"/>
                </a:solidFill>
                <a:latin typeface="+mj-lt"/>
                <a:ea typeface="+mj-ea"/>
                <a:cs typeface="+mj-cs"/>
              </a:defRPr>
            </a:lvl1pPr>
          </a:lstStyle>
          <a:p>
            <a:pPr rtl="0"/>
            <a:r>
              <a:rPr lang="es-MX" noProof="0"/>
              <a:t>HAGA CLIC PARA EDITAR EL ESTILO DEL TÍTULO DEL PATRÓN</a:t>
            </a:r>
          </a:p>
        </p:txBody>
      </p:sp>
      <p:pic>
        <p:nvPicPr>
          <p:cNvPr id="11" name="Gráfico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5141" y="2358007"/>
            <a:ext cx="2438400" cy="2019300"/>
          </a:xfrm>
          <a:prstGeom prst="rect">
            <a:avLst/>
          </a:prstGeom>
        </p:spPr>
      </p:pic>
      <p:pic>
        <p:nvPicPr>
          <p:cNvPr id="13" name="Gráfico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000625" y="2531837"/>
            <a:ext cx="2190750" cy="1943100"/>
          </a:xfrm>
          <a:prstGeom prst="rect">
            <a:avLst/>
          </a:prstGeom>
        </p:spPr>
      </p:pic>
      <p:pic>
        <p:nvPicPr>
          <p:cNvPr id="15" name="Gráfico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8345608" y="2421056"/>
            <a:ext cx="2324100" cy="2057400"/>
          </a:xfrm>
          <a:prstGeom prst="rect">
            <a:avLst/>
          </a:prstGeom>
        </p:spPr>
      </p:pic>
      <p:sp>
        <p:nvSpPr>
          <p:cNvPr id="3" name="Marcador de texto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rtlCol="0" anchor="ctr">
            <a:noAutofit/>
          </a:bodyPr>
          <a:lstStyle>
            <a:lvl1pPr marL="0" indent="0" algn="ctr">
              <a:buNone/>
              <a:defRPr lang="en-US" sz="4000" kern="1200" cap="all" spc="150" baseline="0" dirty="0" smtClean="0">
                <a:solidFill>
                  <a:schemeClr val="bg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a:t>
            </a:r>
          </a:p>
        </p:txBody>
      </p:sp>
      <p:sp>
        <p:nvSpPr>
          <p:cNvPr id="23" name="Marcador de texto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rtlCol="0" anchor="ctr">
            <a:noAutofit/>
          </a:bodyPr>
          <a:lstStyle>
            <a:lvl1pPr marL="0" indent="0" algn="ctr">
              <a:buNone/>
              <a:defRPr lang="en-US" sz="4000" kern="1200" cap="all" spc="150" baseline="0" dirty="0" smtClean="0">
                <a:solidFill>
                  <a:schemeClr val="bg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a:t>
            </a:r>
          </a:p>
        </p:txBody>
      </p:sp>
      <p:sp>
        <p:nvSpPr>
          <p:cNvPr id="24" name="Marcador de texto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rtlCol="0" anchor="ctr">
            <a:noAutofit/>
          </a:bodyPr>
          <a:lstStyle>
            <a:lvl1pPr marL="0" indent="0" algn="ctr">
              <a:buNone/>
              <a:defRPr lang="en-US" sz="4000" kern="1200" cap="all" spc="150" baseline="0" dirty="0" smtClean="0">
                <a:solidFill>
                  <a:schemeClr val="bg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‹n.º›</a:t>
            </a:r>
          </a:p>
        </p:txBody>
      </p:sp>
      <p:sp>
        <p:nvSpPr>
          <p:cNvPr id="4" name="Marcador de posición de contenido 3">
            <a:extLst>
              <a:ext uri="{FF2B5EF4-FFF2-40B4-BE49-F238E27FC236}">
                <a16:creationId xmlns:a16="http://schemas.microsoft.com/office/drawing/2014/main" id="{AC9B20CF-6B91-4562-B799-0ABDAEBC0D2A}"/>
              </a:ext>
            </a:extLst>
          </p:cNvPr>
          <p:cNvSpPr>
            <a:spLocks noGrp="1"/>
          </p:cNvSpPr>
          <p:nvPr>
            <p:ph sz="half" idx="2" hasCustomPrompt="1"/>
          </p:nvPr>
        </p:nvSpPr>
        <p:spPr>
          <a:xfrm>
            <a:off x="1129698" y="4824188"/>
            <a:ext cx="3124093" cy="462927"/>
          </a:xfrm>
        </p:spPr>
        <p:txBody>
          <a:bodyPr rtlCol="0">
            <a:noAutofit/>
          </a:bodyPr>
          <a:lstStyle>
            <a:lvl1pPr marL="0" indent="0" algn="ctr">
              <a:lnSpc>
                <a:spcPct val="100000"/>
              </a:lnSpc>
              <a:buNone/>
              <a:defRPr sz="2000" cap="all" spc="50" baseline="0">
                <a:solidFill>
                  <a:schemeClr val="bg1"/>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s-MX" noProof="0"/>
              <a:t>Haga clic para editar</a:t>
            </a:r>
          </a:p>
        </p:txBody>
      </p:sp>
      <p:sp>
        <p:nvSpPr>
          <p:cNvPr id="25" name="Marcador de contenido 3">
            <a:extLst>
              <a:ext uri="{FF2B5EF4-FFF2-40B4-BE49-F238E27FC236}">
                <a16:creationId xmlns:a16="http://schemas.microsoft.com/office/drawing/2014/main" id="{82D8880F-3EAC-45C9-91F2-19A193791A18}"/>
              </a:ext>
            </a:extLst>
          </p:cNvPr>
          <p:cNvSpPr>
            <a:spLocks noGrp="1"/>
          </p:cNvSpPr>
          <p:nvPr>
            <p:ph sz="half" idx="17"/>
          </p:nvPr>
        </p:nvSpPr>
        <p:spPr>
          <a:xfrm>
            <a:off x="1129698" y="5280763"/>
            <a:ext cx="3124093" cy="462927"/>
          </a:xfrm>
        </p:spPr>
        <p:txBody>
          <a:bodyPr rtlCol="0">
            <a:normAutofit/>
          </a:bodyPr>
          <a:lstStyle>
            <a:lvl1pPr marL="0" indent="0" algn="ctr">
              <a:lnSpc>
                <a:spcPct val="100000"/>
              </a:lnSpc>
              <a:buNone/>
              <a:defRPr sz="1400" cap="none" spc="50" baseline="0">
                <a:solidFill>
                  <a:schemeClr val="bg1"/>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s-MX" noProof="0"/>
              <a:t>Haga clic para modificar los estilos de texto del patrón</a:t>
            </a:r>
          </a:p>
        </p:txBody>
      </p:sp>
      <p:sp>
        <p:nvSpPr>
          <p:cNvPr id="6" name="Marcador de contenido 5">
            <a:extLst>
              <a:ext uri="{FF2B5EF4-FFF2-40B4-BE49-F238E27FC236}">
                <a16:creationId xmlns:a16="http://schemas.microsoft.com/office/drawing/2014/main" id="{B36EE64B-44BF-4634-97BC-5ED74C6DF280}"/>
              </a:ext>
            </a:extLst>
          </p:cNvPr>
          <p:cNvSpPr>
            <a:spLocks noGrp="1"/>
          </p:cNvSpPr>
          <p:nvPr>
            <p:ph sz="quarter" idx="4" hasCustomPrompt="1"/>
          </p:nvPr>
        </p:nvSpPr>
        <p:spPr>
          <a:xfrm>
            <a:off x="4526261" y="4824188"/>
            <a:ext cx="3139479" cy="462927"/>
          </a:xfrm>
        </p:spPr>
        <p:txBody>
          <a:bodyPr rtlCol="0">
            <a:normAutofit/>
          </a:bodyPr>
          <a:lstStyle>
            <a:lvl1pPr marL="0" indent="0" algn="ctr">
              <a:lnSpc>
                <a:spcPct val="100000"/>
              </a:lnSpc>
              <a:buNone/>
              <a:defRPr sz="2000" cap="all" spc="50" baseline="0">
                <a:solidFill>
                  <a:schemeClr val="bg1"/>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s-MX" noProof="0"/>
              <a:t>Haga clic para editar</a:t>
            </a:r>
          </a:p>
        </p:txBody>
      </p:sp>
      <p:sp>
        <p:nvSpPr>
          <p:cNvPr id="26" name="Marcador de contenido 5">
            <a:extLst>
              <a:ext uri="{FF2B5EF4-FFF2-40B4-BE49-F238E27FC236}">
                <a16:creationId xmlns:a16="http://schemas.microsoft.com/office/drawing/2014/main" id="{9019518E-E850-403D-A5B5-4B53F8C4A56B}"/>
              </a:ext>
            </a:extLst>
          </p:cNvPr>
          <p:cNvSpPr>
            <a:spLocks noGrp="1"/>
          </p:cNvSpPr>
          <p:nvPr>
            <p:ph sz="quarter" idx="18"/>
          </p:nvPr>
        </p:nvSpPr>
        <p:spPr>
          <a:xfrm>
            <a:off x="4526261" y="5280763"/>
            <a:ext cx="3139479" cy="462927"/>
          </a:xfrm>
        </p:spPr>
        <p:txBody>
          <a:bodyPr rtlCol="0">
            <a:normAutofit/>
          </a:bodyPr>
          <a:lstStyle>
            <a:lvl1pPr marL="0" indent="0" algn="ctr">
              <a:lnSpc>
                <a:spcPct val="100000"/>
              </a:lnSpc>
              <a:buNone/>
              <a:defRPr sz="1400" cap="none" spc="50" baseline="0">
                <a:solidFill>
                  <a:schemeClr val="bg1"/>
                </a:solidFill>
              </a:defRPr>
            </a:lvl1pPr>
            <a:lvl2pPr marL="457200" indent="0" algn="ctr">
              <a:lnSpc>
                <a:spcPct val="100000"/>
              </a:lnSpc>
              <a:buNone/>
              <a:defRPr sz="1400" cap="none"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s-MX" noProof="0"/>
              <a:t>Haga clic para modificar los estilos de texto del patrón</a:t>
            </a:r>
          </a:p>
          <a:p>
            <a:pPr lvl="1" rtl="0"/>
            <a:r>
              <a:rPr lang="es-MX" noProof="0"/>
              <a:t>Segundo nivel</a:t>
            </a:r>
          </a:p>
        </p:txBody>
      </p:sp>
      <p:sp>
        <p:nvSpPr>
          <p:cNvPr id="22" name="Marcador de contenido 3">
            <a:extLst>
              <a:ext uri="{FF2B5EF4-FFF2-40B4-BE49-F238E27FC236}">
                <a16:creationId xmlns:a16="http://schemas.microsoft.com/office/drawing/2014/main" id="{C464A9BD-B815-4632-8F54-6EB70E48BAFF}"/>
              </a:ext>
            </a:extLst>
          </p:cNvPr>
          <p:cNvSpPr>
            <a:spLocks noGrp="1"/>
          </p:cNvSpPr>
          <p:nvPr>
            <p:ph sz="half" idx="14" hasCustomPrompt="1"/>
          </p:nvPr>
        </p:nvSpPr>
        <p:spPr>
          <a:xfrm>
            <a:off x="7938210" y="4824188"/>
            <a:ext cx="3124093" cy="462927"/>
          </a:xfrm>
        </p:spPr>
        <p:txBody>
          <a:bodyPr rtlCol="0">
            <a:noAutofit/>
          </a:bodyPr>
          <a:lstStyle>
            <a:lvl1pPr marL="0" indent="0" algn="ctr">
              <a:lnSpc>
                <a:spcPct val="100000"/>
              </a:lnSpc>
              <a:buNone/>
              <a:defRPr sz="2000" cap="all" spc="50" baseline="0">
                <a:solidFill>
                  <a:schemeClr val="bg1"/>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s-MX" noProof="0"/>
              <a:t>Haga clic para editar</a:t>
            </a:r>
          </a:p>
        </p:txBody>
      </p:sp>
      <p:sp>
        <p:nvSpPr>
          <p:cNvPr id="27" name="Marcador de contenido 3">
            <a:extLst>
              <a:ext uri="{FF2B5EF4-FFF2-40B4-BE49-F238E27FC236}">
                <a16:creationId xmlns:a16="http://schemas.microsoft.com/office/drawing/2014/main" id="{A8058154-45E5-403E-B714-AC85774F391F}"/>
              </a:ext>
            </a:extLst>
          </p:cNvPr>
          <p:cNvSpPr>
            <a:spLocks noGrp="1"/>
          </p:cNvSpPr>
          <p:nvPr>
            <p:ph sz="half" idx="19"/>
          </p:nvPr>
        </p:nvSpPr>
        <p:spPr>
          <a:xfrm>
            <a:off x="7938210" y="5280763"/>
            <a:ext cx="3124093" cy="462927"/>
          </a:xfrm>
        </p:spPr>
        <p:txBody>
          <a:bodyPr rtlCol="0">
            <a:normAutofit/>
          </a:bodyPr>
          <a:lstStyle>
            <a:lvl1pPr marL="0" indent="0" algn="ctr">
              <a:lnSpc>
                <a:spcPct val="100000"/>
              </a:lnSpc>
              <a:buNone/>
              <a:defRPr sz="1400" cap="none" spc="50" baseline="0">
                <a:solidFill>
                  <a:schemeClr val="bg1"/>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s-MX" noProof="0"/>
              <a:t>Haga clic para modificar los estilos de texto del patrón</a:t>
            </a:r>
          </a:p>
        </p:txBody>
      </p:sp>
      <p:sp>
        <p:nvSpPr>
          <p:cNvPr id="7" name="Marcador de fecha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s-MX" noProof="0"/>
              <a:t>20XX</a:t>
            </a:r>
          </a:p>
        </p:txBody>
      </p:sp>
      <p:sp>
        <p:nvSpPr>
          <p:cNvPr id="8" name="Marcador de pie de página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s-MX" noProof="0"/>
              <a:t>Presentación de lanzamiento</a:t>
            </a:r>
          </a:p>
        </p:txBody>
      </p:sp>
      <p:sp>
        <p:nvSpPr>
          <p:cNvPr id="9" name="Marcador de número de diapositiva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ntenido dos">
    <p:bg>
      <p:bgPr>
        <a:solidFill>
          <a:schemeClr val="accent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rtlCol="0">
            <a:normAutofit/>
          </a:bodyPr>
          <a:lstStyle>
            <a:lvl1pPr>
              <a:defRPr lang="en-US" sz="2800" kern="1200" spc="150" baseline="0" dirty="0">
                <a:solidFill>
                  <a:schemeClr val="tx1"/>
                </a:solidFill>
                <a:latin typeface="+mj-lt"/>
                <a:ea typeface="+mj-ea"/>
                <a:cs typeface="+mj-cs"/>
              </a:defRPr>
            </a:lvl1pPr>
          </a:lstStyle>
          <a:p>
            <a:pPr rtl="0"/>
            <a:r>
              <a:rPr lang="es-MX" noProof="0"/>
              <a:t>HAGA CLIC PARA EDITAR EL ESTILO DEL TÍTULO DEL PATRÓN</a:t>
            </a:r>
          </a:p>
        </p:txBody>
      </p:sp>
      <p:sp>
        <p:nvSpPr>
          <p:cNvPr id="3" name="Marcador de texto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rtlCol="0"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HAGA CLIC PARA EDITAR EL TEXTO MAESTRO</a:t>
            </a:r>
          </a:p>
        </p:txBody>
      </p:sp>
      <p:sp>
        <p:nvSpPr>
          <p:cNvPr id="4" name="Marcador de contenido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s-MX" noProof="0"/>
              <a:t>Haga clic para modificar los estilos de texto del patrón</a:t>
            </a:r>
          </a:p>
          <a:p>
            <a:pPr lvl="1" rtl="0"/>
            <a:r>
              <a:rPr lang="es-MX" noProof="0"/>
              <a:t>Segundo nivel</a:t>
            </a:r>
          </a:p>
          <a:p>
            <a:pPr lvl="2" rtl="0"/>
            <a:r>
              <a:rPr lang="es-MX" noProof="0"/>
              <a:t>Tercer nivel</a:t>
            </a:r>
          </a:p>
          <a:p>
            <a:pPr lvl="3" rtl="0"/>
            <a:r>
              <a:rPr lang="es-MX" noProof="0"/>
              <a:t>Cuarto nivel</a:t>
            </a:r>
          </a:p>
          <a:p>
            <a:pPr lvl="4" rtl="0"/>
            <a:r>
              <a:rPr lang="es-MX" noProof="0"/>
              <a:t>Quinto nivel</a:t>
            </a:r>
          </a:p>
        </p:txBody>
      </p:sp>
      <p:sp>
        <p:nvSpPr>
          <p:cNvPr id="5" name="Marcador de texto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rtlCol="0"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s-MX" noProof="0"/>
              <a:t>HAGA CLIC PARA EDITAR EL TEXTO MAESTRO</a:t>
            </a:r>
          </a:p>
        </p:txBody>
      </p:sp>
      <p:sp>
        <p:nvSpPr>
          <p:cNvPr id="6" name="Marcador de contenido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s-MX" noProof="0"/>
              <a:t>Haga clic para modificar los estilos de texto del patrón</a:t>
            </a:r>
          </a:p>
          <a:p>
            <a:pPr lvl="1" rtl="0"/>
            <a:r>
              <a:rPr lang="es-MX" noProof="0"/>
              <a:t>Segundo nivel</a:t>
            </a:r>
          </a:p>
          <a:p>
            <a:pPr lvl="2" rtl="0"/>
            <a:r>
              <a:rPr lang="es-MX" noProof="0"/>
              <a:t>Tercer nivel</a:t>
            </a:r>
          </a:p>
          <a:p>
            <a:pPr lvl="3" rtl="0"/>
            <a:r>
              <a:rPr lang="es-MX" noProof="0"/>
              <a:t>Cuarto nivel</a:t>
            </a:r>
          </a:p>
          <a:p>
            <a:pPr lvl="4" rtl="0"/>
            <a:r>
              <a:rPr lang="es-MX" noProof="0"/>
              <a:t>Quinto nivel</a:t>
            </a:r>
          </a:p>
        </p:txBody>
      </p:sp>
      <p:sp>
        <p:nvSpPr>
          <p:cNvPr id="7" name="Marcador de fecha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s-MX" noProof="0"/>
              <a:t>20XX</a:t>
            </a:r>
          </a:p>
        </p:txBody>
      </p:sp>
      <p:sp>
        <p:nvSpPr>
          <p:cNvPr id="8" name="Marcador de pie de página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s-MX" noProof="0"/>
              <a:t>Presentación de lanzamiento</a:t>
            </a:r>
          </a:p>
        </p:txBody>
      </p:sp>
      <p:sp>
        <p:nvSpPr>
          <p:cNvPr id="9" name="Marcador de número de diapositiva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s-MX" noProof="0" smtClean="0"/>
              <a:t>‹Nº›</a:t>
            </a:fld>
            <a:endParaRPr lang="es-MX" noProof="0"/>
          </a:p>
        </p:txBody>
      </p:sp>
      <p:pic>
        <p:nvPicPr>
          <p:cNvPr id="11" name="Gráfico 10">
            <a:extLst>
              <a:ext uri="{FF2B5EF4-FFF2-40B4-BE49-F238E27FC236}">
                <a16:creationId xmlns:a16="http://schemas.microsoft.com/office/drawing/2014/main" id="{EE24E1DB-1F20-4C28-8069-D9219D1F8BB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ido">
    <p:spTree>
      <p:nvGrpSpPr>
        <p:cNvPr id="1" name=""/>
        <p:cNvGrpSpPr/>
        <p:nvPr/>
      </p:nvGrpSpPr>
      <p:grpSpPr>
        <a:xfrm>
          <a:off x="0" y="0"/>
          <a:ext cx="0" cy="0"/>
          <a:chOff x="0" y="0"/>
          <a:chExt cx="0" cy="0"/>
        </a:xfrm>
      </p:grpSpPr>
      <p:pic>
        <p:nvPicPr>
          <p:cNvPr id="14" name="Gráfico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ítulo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rtlCol="0" anchor="t">
            <a:normAutofit/>
          </a:bodyPr>
          <a:lstStyle>
            <a:lvl1pPr>
              <a:defRPr lang="en-US" sz="2800" kern="1200" cap="all" spc="150" baseline="0" dirty="0">
                <a:solidFill>
                  <a:schemeClr val="tx1"/>
                </a:solidFill>
                <a:latin typeface="+mj-lt"/>
                <a:ea typeface="+mj-ea"/>
                <a:cs typeface="+mj-cs"/>
              </a:defRPr>
            </a:lvl1pPr>
          </a:lstStyle>
          <a:p>
            <a:pPr rtl="0"/>
            <a:r>
              <a:rPr lang="es-MX" noProof="0"/>
              <a:t>HAGA CLIC PARA MODIFICAR EL ESTILO DEL TÍTULO MAESTRO</a:t>
            </a:r>
          </a:p>
        </p:txBody>
      </p:sp>
      <p:sp>
        <p:nvSpPr>
          <p:cNvPr id="20" name="Marcador de texto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rtlCol="0">
            <a:normAutofit/>
          </a:bodyPr>
          <a:lstStyle>
            <a:lvl1pPr marL="0" indent="0">
              <a:buNone/>
              <a:defRPr lang="en-US" sz="2000" kern="1200" cap="all" spc="150" baseline="0" dirty="0">
                <a:solidFill>
                  <a:schemeClr val="tx1"/>
                </a:solidFill>
                <a:latin typeface="+mj-lt"/>
                <a:ea typeface="+mj-ea"/>
                <a:cs typeface="+mj-cs"/>
              </a:defRPr>
            </a:lvl1pPr>
          </a:lstStyle>
          <a:p>
            <a:pPr lvl="0" rtl="0"/>
            <a:r>
              <a:rPr lang="es-MX" noProof="0"/>
              <a:t>HAGA CLIC PARA AGREGAR UN SUBTÍTULO</a:t>
            </a:r>
          </a:p>
        </p:txBody>
      </p:sp>
      <p:sp>
        <p:nvSpPr>
          <p:cNvPr id="25" name="Marcador de texto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s-MX" noProof="0"/>
              <a:t>Haga clic para agregar texto</a:t>
            </a:r>
          </a:p>
        </p:txBody>
      </p:sp>
      <p:sp>
        <p:nvSpPr>
          <p:cNvPr id="26" name="Marcador de texto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rtlCol="0">
            <a:normAutofit/>
          </a:bodyPr>
          <a:lstStyle>
            <a:lvl1pPr marL="0" indent="0">
              <a:buNone/>
              <a:defRPr lang="en-US" sz="2000" kern="1200" cap="all" spc="150" baseline="0" dirty="0">
                <a:solidFill>
                  <a:schemeClr val="tx1"/>
                </a:solidFill>
                <a:latin typeface="+mj-lt"/>
                <a:ea typeface="+mj-ea"/>
                <a:cs typeface="+mj-cs"/>
              </a:defRPr>
            </a:lvl1pPr>
          </a:lstStyle>
          <a:p>
            <a:pPr lvl="0" rtl="0"/>
            <a:r>
              <a:rPr lang="es-MX" noProof="0"/>
              <a:t>HAGA CLIC PARA AGREGAR UN SUBTÍTULO</a:t>
            </a:r>
          </a:p>
        </p:txBody>
      </p:sp>
      <p:sp>
        <p:nvSpPr>
          <p:cNvPr id="27" name="Marcador de texto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s-MX" noProof="0"/>
              <a:t>Haga clic para agregar texto</a:t>
            </a:r>
          </a:p>
        </p:txBody>
      </p:sp>
      <p:sp>
        <p:nvSpPr>
          <p:cNvPr id="28" name="Marcador de texto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rtlCol="0">
            <a:normAutofit/>
          </a:bodyPr>
          <a:lstStyle>
            <a:lvl1pPr marL="0" indent="0">
              <a:buNone/>
              <a:defRPr lang="en-US" sz="2000" kern="1200" cap="all" spc="150" baseline="0" dirty="0">
                <a:solidFill>
                  <a:schemeClr val="tx1"/>
                </a:solidFill>
                <a:latin typeface="+mj-lt"/>
                <a:ea typeface="+mj-ea"/>
                <a:cs typeface="+mj-cs"/>
              </a:defRPr>
            </a:lvl1pPr>
          </a:lstStyle>
          <a:p>
            <a:pPr lvl="0" rtl="0"/>
            <a:r>
              <a:rPr lang="es-MX" noProof="0"/>
              <a:t>HAGA CLIC PARA AGREGAR UN SUBTÍTULO</a:t>
            </a:r>
          </a:p>
        </p:txBody>
      </p:sp>
      <p:sp>
        <p:nvSpPr>
          <p:cNvPr id="29" name="Marcador de texto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s-MX" noProof="0"/>
              <a:t>Haga clic para agregar texto</a:t>
            </a:r>
          </a:p>
        </p:txBody>
      </p:sp>
      <p:sp>
        <p:nvSpPr>
          <p:cNvPr id="21" name="Marcador de fecha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rtlCol="0"/>
          <a:lstStyle>
            <a:lvl1pPr>
              <a:defRPr sz="900"/>
            </a:lvl1pPr>
          </a:lstStyle>
          <a:p>
            <a:pPr rtl="0"/>
            <a:r>
              <a:rPr lang="es-MX" noProof="0"/>
              <a:t>20XX</a:t>
            </a:r>
          </a:p>
        </p:txBody>
      </p:sp>
      <p:sp>
        <p:nvSpPr>
          <p:cNvPr id="22" name="Marcador de pie de página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rtlCol="0"/>
          <a:lstStyle>
            <a:lvl1pPr>
              <a:defRPr sz="900"/>
            </a:lvl1pPr>
          </a:lstStyle>
          <a:p>
            <a:pPr rtl="0"/>
            <a:r>
              <a:rPr lang="es-MX" noProof="0"/>
              <a:t>Presentación de lanzamiento</a:t>
            </a:r>
          </a:p>
        </p:txBody>
      </p:sp>
      <p:sp>
        <p:nvSpPr>
          <p:cNvPr id="24" name="Marcador de número de diapositiva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ráfico">
    <p:bg>
      <p:bgPr>
        <a:solidFill>
          <a:schemeClr val="accent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rtlCol="0">
            <a:normAutofit/>
          </a:bodyPr>
          <a:lstStyle>
            <a:lvl1pPr algn="l">
              <a:defRPr lang="en-US" sz="2800" kern="1200" spc="150" baseline="0" dirty="0">
                <a:solidFill>
                  <a:schemeClr val="tx1"/>
                </a:solidFill>
                <a:latin typeface="+mj-lt"/>
                <a:ea typeface="+mj-ea"/>
                <a:cs typeface="+mj-cs"/>
              </a:defRPr>
            </a:lvl1pPr>
          </a:lstStyle>
          <a:p>
            <a:pPr rtl="0"/>
            <a:r>
              <a:rPr lang="es-MX" noProof="0"/>
              <a:t>HAGA CLIC PARA MODIFICAR EL ESTILO DEL TÍTULO MAESTRO</a:t>
            </a:r>
          </a:p>
        </p:txBody>
      </p:sp>
      <p:sp>
        <p:nvSpPr>
          <p:cNvPr id="15" name="Marcador de texto 14">
            <a:extLst>
              <a:ext uri="{FF2B5EF4-FFF2-40B4-BE49-F238E27FC236}">
                <a16:creationId xmlns:a16="http://schemas.microsoft.com/office/drawing/2014/main" id="{B250D272-9B39-4C2D-B0F5-21010D11E437}"/>
              </a:ext>
            </a:extLst>
          </p:cNvPr>
          <p:cNvSpPr>
            <a:spLocks noGrp="1"/>
          </p:cNvSpPr>
          <p:nvPr>
            <p:ph type="body" sz="quarter" idx="16"/>
          </p:nvPr>
        </p:nvSpPr>
        <p:spPr>
          <a:xfrm>
            <a:off x="748749" y="1361938"/>
            <a:ext cx="6765925" cy="496888"/>
          </a:xfrm>
        </p:spPr>
        <p:txBody>
          <a:bodyPr rtlCol="0">
            <a:noAutofit/>
          </a:bodyPr>
          <a:lstStyle>
            <a:lvl1pPr marL="0" indent="0">
              <a:buNone/>
              <a:defRPr sz="1800"/>
            </a:lvl1pPr>
            <a:lvl2pPr marL="457200" indent="0">
              <a:buNone/>
              <a:defRPr sz="1800"/>
            </a:lvl2pPr>
            <a:lvl3pPr marL="914400" indent="0">
              <a:buNone/>
              <a:defRPr sz="1600"/>
            </a:lvl3pPr>
            <a:lvl4pPr marL="1371600" indent="0">
              <a:buNone/>
              <a:defRPr sz="1400"/>
            </a:lvl4pPr>
            <a:lvl5pPr marL="1828800" indent="0">
              <a:buNone/>
              <a:defRPr sz="1400"/>
            </a:lvl5pPr>
          </a:lstStyle>
          <a:p>
            <a:pPr lvl="0" rtl="0"/>
            <a:r>
              <a:rPr lang="es-MX" noProof="0"/>
              <a:t>Haga clic para modificar los estilos de texto del patrón</a:t>
            </a:r>
          </a:p>
        </p:txBody>
      </p:sp>
      <p:sp>
        <p:nvSpPr>
          <p:cNvPr id="7" name="Marcador de posición de gráfico 6">
            <a:extLst>
              <a:ext uri="{FF2B5EF4-FFF2-40B4-BE49-F238E27FC236}">
                <a16:creationId xmlns:a16="http://schemas.microsoft.com/office/drawing/2014/main" id="{08AF2DB4-A973-4307-B59C-6058A138835C}"/>
              </a:ext>
            </a:extLst>
          </p:cNvPr>
          <p:cNvSpPr>
            <a:spLocks noGrp="1"/>
          </p:cNvSpPr>
          <p:nvPr>
            <p:ph type="chart" sz="quarter" idx="13" hasCustomPrompt="1"/>
          </p:nvPr>
        </p:nvSpPr>
        <p:spPr>
          <a:xfrm>
            <a:off x="838200" y="2286002"/>
            <a:ext cx="6094270" cy="3542143"/>
          </a:xfrm>
        </p:spPr>
        <p:txBody>
          <a:bodyPr rtlCol="0"/>
          <a:lstStyle/>
          <a:p>
            <a:pPr rtl="0"/>
            <a:r>
              <a:rPr lang="es-MX" noProof="0"/>
              <a:t>Haz clic en el ícono para agregar un gráfico</a:t>
            </a:r>
          </a:p>
        </p:txBody>
      </p:sp>
      <p:sp>
        <p:nvSpPr>
          <p:cNvPr id="11" name="Marcador de texto 10">
            <a:extLst>
              <a:ext uri="{FF2B5EF4-FFF2-40B4-BE49-F238E27FC236}">
                <a16:creationId xmlns:a16="http://schemas.microsoft.com/office/drawing/2014/main" id="{339C283A-EC40-421C-8A0E-F9A3161C8890}"/>
              </a:ext>
            </a:extLst>
          </p:cNvPr>
          <p:cNvSpPr>
            <a:spLocks noGrp="1"/>
          </p:cNvSpPr>
          <p:nvPr>
            <p:ph type="body" sz="quarter" idx="14" hasCustomPrompt="1"/>
          </p:nvPr>
        </p:nvSpPr>
        <p:spPr>
          <a:xfrm>
            <a:off x="7858125" y="2284624"/>
            <a:ext cx="3147332" cy="306388"/>
          </a:xfrm>
        </p:spPr>
        <p:txBody>
          <a:bodyPr rtlCol="0">
            <a:noAutofit/>
          </a:bodyPr>
          <a:lstStyle>
            <a:lvl1pPr marL="0" indent="0">
              <a:buNone/>
              <a:defRPr sz="1400" cap="all" spc="150" baseline="0">
                <a:solidFill>
                  <a:schemeClr val="tx1"/>
                </a:solidFill>
                <a:latin typeface="+mj-lt"/>
              </a:defRPr>
            </a:lvl1pPr>
            <a:lvl2pPr marL="457200" indent="0">
              <a:buNone/>
              <a:defRPr sz="1400"/>
            </a:lvl2pPr>
            <a:lvl3pPr marL="914400" indent="0">
              <a:buNone/>
              <a:defRPr sz="1200"/>
            </a:lvl3pPr>
            <a:lvl4pPr marL="1371600" indent="0">
              <a:buNone/>
              <a:defRPr sz="1100"/>
            </a:lvl4pPr>
            <a:lvl5pPr marL="1828800" indent="0">
              <a:buNone/>
              <a:defRPr sz="1100"/>
            </a:lvl5pPr>
          </a:lstStyle>
          <a:p>
            <a:pPr lvl="0" rtl="0"/>
            <a:r>
              <a:rPr lang="es-MX" noProof="0"/>
              <a:t>Haga clic para editar</a:t>
            </a:r>
          </a:p>
        </p:txBody>
      </p:sp>
      <p:sp>
        <p:nvSpPr>
          <p:cNvPr id="13" name="Marcador de contenido 12">
            <a:extLst>
              <a:ext uri="{FF2B5EF4-FFF2-40B4-BE49-F238E27FC236}">
                <a16:creationId xmlns:a16="http://schemas.microsoft.com/office/drawing/2014/main" id="{305CA2B1-D510-4949-A638-C1A064DA41A7}"/>
              </a:ext>
            </a:extLst>
          </p:cNvPr>
          <p:cNvSpPr>
            <a:spLocks noGrp="1"/>
          </p:cNvSpPr>
          <p:nvPr>
            <p:ph sz="quarter" idx="15" hasCustomPrompt="1"/>
          </p:nvPr>
        </p:nvSpPr>
        <p:spPr>
          <a:xfrm>
            <a:off x="7858125" y="2779713"/>
            <a:ext cx="3148013" cy="3095625"/>
          </a:xfrm>
        </p:spPr>
        <p:txBody>
          <a:bodyPr rtlCol="0">
            <a:normAutofit/>
          </a:bodyPr>
          <a:lstStyle>
            <a:lvl1pPr marL="0" indent="0">
              <a:buNone/>
              <a:defRPr sz="1200">
                <a:solidFill>
                  <a:schemeClr val="tx1">
                    <a:lumMod val="65000"/>
                    <a:lumOff val="35000"/>
                  </a:schemeClr>
                </a:solidFill>
              </a:defRPr>
            </a:lvl1pPr>
            <a:lvl2pPr marL="457200" indent="0">
              <a:buNone/>
              <a:defRPr sz="1100">
                <a:solidFill>
                  <a:schemeClr val="tx1">
                    <a:lumMod val="65000"/>
                    <a:lumOff val="35000"/>
                  </a:schemeClr>
                </a:solidFill>
              </a:defRPr>
            </a:lvl2pPr>
            <a:lvl3pPr marL="914400" indent="0">
              <a:buNone/>
              <a:defRPr sz="1050">
                <a:solidFill>
                  <a:schemeClr val="tx1">
                    <a:lumMod val="65000"/>
                    <a:lumOff val="35000"/>
                  </a:schemeClr>
                </a:solidFill>
              </a:defRPr>
            </a:lvl3pPr>
            <a:lvl4pPr marL="1371600" indent="0">
              <a:buNone/>
              <a:defRPr sz="1000">
                <a:solidFill>
                  <a:schemeClr val="tx1">
                    <a:lumMod val="65000"/>
                    <a:lumOff val="35000"/>
                  </a:schemeClr>
                </a:solidFill>
              </a:defRPr>
            </a:lvl4pPr>
            <a:lvl5pPr marL="1828800" indent="0">
              <a:buNone/>
              <a:defRPr sz="1000">
                <a:solidFill>
                  <a:schemeClr val="tx1">
                    <a:lumMod val="65000"/>
                    <a:lumOff val="35000"/>
                  </a:schemeClr>
                </a:solidFill>
              </a:defRPr>
            </a:lvl5pPr>
          </a:lstStyle>
          <a:p>
            <a:pPr lvl="0" rtl="0"/>
            <a:r>
              <a:rPr lang="es-MX" noProof="0"/>
              <a:t>Haz clic para agregar contenido</a:t>
            </a:r>
          </a:p>
        </p:txBody>
      </p:sp>
      <p:sp>
        <p:nvSpPr>
          <p:cNvPr id="3" name="Marcador de fecha 2">
            <a:extLst>
              <a:ext uri="{FF2B5EF4-FFF2-40B4-BE49-F238E27FC236}">
                <a16:creationId xmlns:a16="http://schemas.microsoft.com/office/drawing/2014/main" id="{7E085D26-FA83-4414-959E-98936A772670}"/>
              </a:ext>
            </a:extLst>
          </p:cNvPr>
          <p:cNvSpPr>
            <a:spLocks noGrp="1"/>
          </p:cNvSpPr>
          <p:nvPr>
            <p:ph type="dt" sz="half" idx="10"/>
          </p:nvPr>
        </p:nvSpPr>
        <p:spPr/>
        <p:txBody>
          <a:bodyPr rtlCol="0"/>
          <a:lstStyle>
            <a:lvl1pPr>
              <a:defRPr sz="900"/>
            </a:lvl1pPr>
          </a:lstStyle>
          <a:p>
            <a:pPr rtl="0"/>
            <a:r>
              <a:rPr lang="es-MX" noProof="0"/>
              <a:t>20XX</a:t>
            </a:r>
          </a:p>
        </p:txBody>
      </p:sp>
      <p:sp>
        <p:nvSpPr>
          <p:cNvPr id="4" name="Marcador de pie de página 3">
            <a:extLst>
              <a:ext uri="{FF2B5EF4-FFF2-40B4-BE49-F238E27FC236}">
                <a16:creationId xmlns:a16="http://schemas.microsoft.com/office/drawing/2014/main" id="{1FB52E93-DE4C-4341-8D83-F0230E38B1A1}"/>
              </a:ext>
            </a:extLst>
          </p:cNvPr>
          <p:cNvSpPr>
            <a:spLocks noGrp="1"/>
          </p:cNvSpPr>
          <p:nvPr>
            <p:ph type="ftr" sz="quarter" idx="11"/>
          </p:nvPr>
        </p:nvSpPr>
        <p:spPr/>
        <p:txBody>
          <a:bodyPr rtlCol="0"/>
          <a:lstStyle>
            <a:lvl1pPr>
              <a:defRPr sz="900"/>
            </a:lvl1pPr>
          </a:lstStyle>
          <a:p>
            <a:pPr rtl="0"/>
            <a:r>
              <a:rPr lang="es-MX" noProof="0"/>
              <a:t>Presentación de lanzamiento</a:t>
            </a:r>
          </a:p>
        </p:txBody>
      </p:sp>
      <p:sp>
        <p:nvSpPr>
          <p:cNvPr id="5" name="Marcador de número de diapositiva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34910030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ronograma 2">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D46070C-E825-43D0-99F4-8B4614131131}"/>
              </a:ext>
              <a:ext uri="{C183D7F6-B498-43B3-948B-1728B52AA6E4}">
                <adec:decorative xmlns:adec="http://schemas.microsoft.com/office/drawing/2017/decorative" val="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noProof="0"/>
          </a:p>
        </p:txBody>
      </p:sp>
      <p:sp>
        <p:nvSpPr>
          <p:cNvPr id="2" name="Título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rtlCol="0">
            <a:normAutofit/>
          </a:bodyPr>
          <a:lstStyle>
            <a:lvl1pPr algn="l">
              <a:defRPr lang="en-US" sz="2800" kern="1200" spc="150" baseline="0" dirty="0">
                <a:solidFill>
                  <a:schemeClr val="tx1"/>
                </a:solidFill>
                <a:latin typeface="+mj-lt"/>
                <a:ea typeface="+mj-ea"/>
                <a:cs typeface="+mj-cs"/>
              </a:defRPr>
            </a:lvl1pPr>
          </a:lstStyle>
          <a:p>
            <a:pPr rtl="0"/>
            <a:r>
              <a:rPr lang="es-MX" noProof="0"/>
              <a:t>HAGA CLIC PARA EDITAR EL ESTILO DEL TÍTULO DEL PATRÓN</a:t>
            </a:r>
          </a:p>
        </p:txBody>
      </p:sp>
      <p:sp>
        <p:nvSpPr>
          <p:cNvPr id="6" name="Marcador de texto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rtlCol="0" anchor="ctr"/>
          <a:lstStyle>
            <a:lvl1pPr marL="0" indent="0" algn="l">
              <a:buNone/>
              <a:defRPr sz="1400" b="1">
                <a:solidFill>
                  <a:schemeClr val="tx1"/>
                </a:solidFill>
                <a:latin typeface="+mj-lt"/>
              </a:defRPr>
            </a:lvl1pPr>
          </a:lstStyle>
          <a:p>
            <a:pPr lvl="0" rtl="0"/>
            <a:r>
              <a:rPr lang="es-MX" noProof="0"/>
              <a:t>Año</a:t>
            </a:r>
          </a:p>
        </p:txBody>
      </p:sp>
      <p:sp>
        <p:nvSpPr>
          <p:cNvPr id="7" name="Marcador de texto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rtlCol="0">
            <a:noAutofit/>
          </a:bodyPr>
          <a:lstStyle>
            <a:lvl1pPr marL="0" indent="0" algn="ctr">
              <a:buNone/>
              <a:defRPr sz="1000">
                <a:solidFill>
                  <a:schemeClr val="tx1"/>
                </a:solidFill>
              </a:defRPr>
            </a:lvl1pPr>
          </a:lstStyle>
          <a:p>
            <a:pPr lvl="0" rtl="0"/>
            <a:r>
              <a:rPr lang="es-MX" noProof="0"/>
              <a:t>MM</a:t>
            </a:r>
          </a:p>
        </p:txBody>
      </p:sp>
      <p:sp>
        <p:nvSpPr>
          <p:cNvPr id="8" name="Marcador de texto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rtlCol="0">
            <a:noAutofit/>
          </a:bodyPr>
          <a:lstStyle>
            <a:lvl1pPr marL="0" indent="0" algn="ctr">
              <a:buNone/>
              <a:defRPr sz="1000">
                <a:solidFill>
                  <a:schemeClr val="tx1"/>
                </a:solidFill>
              </a:defRPr>
            </a:lvl1pPr>
          </a:lstStyle>
          <a:p>
            <a:pPr lvl="0" rtl="0"/>
            <a:r>
              <a:rPr lang="es-MX" noProof="0"/>
              <a:t>MM</a:t>
            </a:r>
          </a:p>
        </p:txBody>
      </p:sp>
      <p:sp>
        <p:nvSpPr>
          <p:cNvPr id="9" name="Marcador de texto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rtlCol="0">
            <a:noAutofit/>
          </a:bodyPr>
          <a:lstStyle>
            <a:lvl1pPr marL="0" indent="0" algn="ctr">
              <a:buNone/>
              <a:defRPr sz="1000">
                <a:solidFill>
                  <a:schemeClr val="tx1"/>
                </a:solidFill>
              </a:defRPr>
            </a:lvl1pPr>
          </a:lstStyle>
          <a:p>
            <a:pPr lvl="0" rtl="0"/>
            <a:r>
              <a:rPr lang="es-MX" noProof="0"/>
              <a:t>MM</a:t>
            </a:r>
          </a:p>
        </p:txBody>
      </p:sp>
      <p:sp>
        <p:nvSpPr>
          <p:cNvPr id="10" name="Marcador de texto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rtlCol="0">
            <a:noAutofit/>
          </a:bodyPr>
          <a:lstStyle>
            <a:lvl1pPr marL="0" indent="0" algn="ctr">
              <a:buNone/>
              <a:defRPr sz="1000">
                <a:solidFill>
                  <a:schemeClr val="tx1"/>
                </a:solidFill>
              </a:defRPr>
            </a:lvl1pPr>
          </a:lstStyle>
          <a:p>
            <a:pPr lvl="0" rtl="0"/>
            <a:r>
              <a:rPr lang="es-MX" noProof="0"/>
              <a:t>MM</a:t>
            </a:r>
          </a:p>
        </p:txBody>
      </p:sp>
      <p:sp>
        <p:nvSpPr>
          <p:cNvPr id="12" name="Marcador de texto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rtlCol="0">
            <a:noAutofit/>
          </a:bodyPr>
          <a:lstStyle>
            <a:lvl1pPr marL="0" indent="0" algn="ctr">
              <a:buNone/>
              <a:defRPr sz="1000">
                <a:solidFill>
                  <a:schemeClr val="tx1"/>
                </a:solidFill>
              </a:defRPr>
            </a:lvl1pPr>
          </a:lstStyle>
          <a:p>
            <a:pPr lvl="0" rtl="0"/>
            <a:r>
              <a:rPr lang="es-MX" noProof="0"/>
              <a:t>MM</a:t>
            </a:r>
          </a:p>
        </p:txBody>
      </p:sp>
      <p:sp>
        <p:nvSpPr>
          <p:cNvPr id="13" name="Marcador de texto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rtlCol="0">
            <a:noAutofit/>
          </a:bodyPr>
          <a:lstStyle>
            <a:lvl1pPr marL="0" indent="0" algn="ctr">
              <a:buNone/>
              <a:defRPr sz="1000">
                <a:solidFill>
                  <a:schemeClr val="tx1"/>
                </a:solidFill>
              </a:defRPr>
            </a:lvl1pPr>
          </a:lstStyle>
          <a:p>
            <a:pPr lvl="0" rtl="0"/>
            <a:r>
              <a:rPr lang="es-MX" noProof="0"/>
              <a:t>MM</a:t>
            </a:r>
          </a:p>
        </p:txBody>
      </p:sp>
      <p:sp>
        <p:nvSpPr>
          <p:cNvPr id="14" name="Marcador de texto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rtlCol="0">
            <a:noAutofit/>
          </a:bodyPr>
          <a:lstStyle>
            <a:lvl1pPr marL="0" indent="0" algn="ctr">
              <a:buNone/>
              <a:defRPr sz="1000">
                <a:solidFill>
                  <a:schemeClr val="tx1"/>
                </a:solidFill>
              </a:defRPr>
            </a:lvl1pPr>
          </a:lstStyle>
          <a:p>
            <a:pPr lvl="0" rtl="0"/>
            <a:r>
              <a:rPr lang="es-MX" noProof="0"/>
              <a:t>MM</a:t>
            </a:r>
          </a:p>
        </p:txBody>
      </p:sp>
      <p:sp>
        <p:nvSpPr>
          <p:cNvPr id="16" name="Marcador de texto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rtlCol="0">
            <a:noAutofit/>
          </a:bodyPr>
          <a:lstStyle>
            <a:lvl1pPr marL="0" indent="0" algn="ctr">
              <a:buNone/>
              <a:defRPr sz="1000">
                <a:solidFill>
                  <a:schemeClr val="tx1"/>
                </a:solidFill>
              </a:defRPr>
            </a:lvl1pPr>
          </a:lstStyle>
          <a:p>
            <a:pPr lvl="0" rtl="0"/>
            <a:r>
              <a:rPr lang="es-MX" noProof="0"/>
              <a:t>MM</a:t>
            </a:r>
          </a:p>
        </p:txBody>
      </p:sp>
      <p:sp>
        <p:nvSpPr>
          <p:cNvPr id="17" name="Marcador de texto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rtlCol="0">
            <a:noAutofit/>
          </a:bodyPr>
          <a:lstStyle>
            <a:lvl1pPr marL="0" indent="0" algn="ctr">
              <a:buNone/>
              <a:defRPr sz="1000">
                <a:solidFill>
                  <a:schemeClr val="tx1"/>
                </a:solidFill>
              </a:defRPr>
            </a:lvl1pPr>
          </a:lstStyle>
          <a:p>
            <a:pPr lvl="0" rtl="0"/>
            <a:r>
              <a:rPr lang="es-MX" noProof="0"/>
              <a:t>MM</a:t>
            </a:r>
          </a:p>
        </p:txBody>
      </p:sp>
      <p:sp>
        <p:nvSpPr>
          <p:cNvPr id="15" name="Marcador de texto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rtlCol="0">
            <a:noAutofit/>
          </a:bodyPr>
          <a:lstStyle>
            <a:lvl1pPr marL="0" indent="0" algn="ctr">
              <a:buNone/>
              <a:defRPr sz="1000">
                <a:solidFill>
                  <a:schemeClr val="tx1"/>
                </a:solidFill>
              </a:defRPr>
            </a:lvl1pPr>
          </a:lstStyle>
          <a:p>
            <a:pPr lvl="0" rtl="0"/>
            <a:r>
              <a:rPr lang="es-MX" noProof="0"/>
              <a:t>MM</a:t>
            </a:r>
          </a:p>
        </p:txBody>
      </p:sp>
      <p:sp>
        <p:nvSpPr>
          <p:cNvPr id="18" name="Marcador de texto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rtlCol="0">
            <a:noAutofit/>
          </a:bodyPr>
          <a:lstStyle>
            <a:lvl1pPr marL="0" indent="0" algn="ctr">
              <a:buNone/>
              <a:defRPr sz="1000">
                <a:solidFill>
                  <a:schemeClr val="tx1"/>
                </a:solidFill>
              </a:defRPr>
            </a:lvl1pPr>
          </a:lstStyle>
          <a:p>
            <a:pPr lvl="0" rtl="0"/>
            <a:r>
              <a:rPr lang="es-MX" noProof="0"/>
              <a:t>MM</a:t>
            </a:r>
          </a:p>
        </p:txBody>
      </p:sp>
      <p:sp>
        <p:nvSpPr>
          <p:cNvPr id="19" name="Marcador de texto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rtlCol="0">
            <a:noAutofit/>
          </a:bodyPr>
          <a:lstStyle>
            <a:lvl1pPr marL="0" indent="0" algn="ctr">
              <a:buNone/>
              <a:defRPr sz="1000">
                <a:solidFill>
                  <a:schemeClr val="tx1"/>
                </a:solidFill>
              </a:defRPr>
            </a:lvl1pPr>
          </a:lstStyle>
          <a:p>
            <a:pPr lvl="0" rtl="0"/>
            <a:r>
              <a:rPr lang="es-MX" noProof="0"/>
              <a:t>MM</a:t>
            </a:r>
          </a:p>
        </p:txBody>
      </p:sp>
      <p:sp>
        <p:nvSpPr>
          <p:cNvPr id="11" name="Marcador de texto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rtlCol="0" anchor="ctr"/>
          <a:lstStyle>
            <a:lvl1pPr marL="0" indent="0" algn="l">
              <a:buNone/>
              <a:defRPr sz="1400" b="1">
                <a:solidFill>
                  <a:schemeClr val="tx1"/>
                </a:solidFill>
                <a:latin typeface="+mj-lt"/>
              </a:defRPr>
            </a:lvl1pPr>
          </a:lstStyle>
          <a:p>
            <a:pPr lvl="0" rtl="0"/>
            <a:r>
              <a:rPr lang="es-MX" noProof="0"/>
              <a:t>Año</a:t>
            </a:r>
          </a:p>
        </p:txBody>
      </p:sp>
      <p:sp>
        <p:nvSpPr>
          <p:cNvPr id="20" name="Marcador de texto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rtlCol="0">
            <a:noAutofit/>
          </a:bodyPr>
          <a:lstStyle>
            <a:lvl1pPr marL="0" indent="0" algn="ctr">
              <a:buNone/>
              <a:defRPr sz="1000">
                <a:solidFill>
                  <a:schemeClr val="tx1"/>
                </a:solidFill>
              </a:defRPr>
            </a:lvl1pPr>
          </a:lstStyle>
          <a:p>
            <a:pPr lvl="0" rtl="0"/>
            <a:r>
              <a:rPr lang="es-MX" noProof="0"/>
              <a:t>MM</a:t>
            </a:r>
          </a:p>
        </p:txBody>
      </p:sp>
      <p:sp>
        <p:nvSpPr>
          <p:cNvPr id="21" name="Marcador de texto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rtlCol="0">
            <a:noAutofit/>
          </a:bodyPr>
          <a:lstStyle>
            <a:lvl1pPr marL="0" indent="0" algn="ctr">
              <a:buNone/>
              <a:defRPr sz="1000">
                <a:solidFill>
                  <a:schemeClr val="tx1"/>
                </a:solidFill>
              </a:defRPr>
            </a:lvl1pPr>
          </a:lstStyle>
          <a:p>
            <a:pPr lvl="0" rtl="0"/>
            <a:r>
              <a:rPr lang="es-MX" noProof="0"/>
              <a:t>MM</a:t>
            </a:r>
          </a:p>
        </p:txBody>
      </p:sp>
      <p:sp>
        <p:nvSpPr>
          <p:cNvPr id="22" name="Marcador de texto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rtlCol="0">
            <a:noAutofit/>
          </a:bodyPr>
          <a:lstStyle>
            <a:lvl1pPr marL="0" indent="0" algn="ctr">
              <a:buNone/>
              <a:defRPr sz="1000">
                <a:solidFill>
                  <a:schemeClr val="tx1"/>
                </a:solidFill>
              </a:defRPr>
            </a:lvl1pPr>
          </a:lstStyle>
          <a:p>
            <a:pPr lvl="0" rtl="0"/>
            <a:r>
              <a:rPr lang="es-MX" noProof="0"/>
              <a:t>MM</a:t>
            </a:r>
          </a:p>
        </p:txBody>
      </p:sp>
      <p:sp>
        <p:nvSpPr>
          <p:cNvPr id="23" name="Marcador de texto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rtlCol="0">
            <a:noAutofit/>
          </a:bodyPr>
          <a:lstStyle>
            <a:lvl1pPr marL="0" indent="0" algn="ctr">
              <a:buNone/>
              <a:defRPr sz="1000">
                <a:solidFill>
                  <a:schemeClr val="tx1"/>
                </a:solidFill>
              </a:defRPr>
            </a:lvl1pPr>
          </a:lstStyle>
          <a:p>
            <a:pPr lvl="0" rtl="0"/>
            <a:r>
              <a:rPr lang="es-MX" noProof="0"/>
              <a:t>MM</a:t>
            </a:r>
          </a:p>
        </p:txBody>
      </p:sp>
      <p:sp>
        <p:nvSpPr>
          <p:cNvPr id="24" name="Marcador de texto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rtlCol="0">
            <a:noAutofit/>
          </a:bodyPr>
          <a:lstStyle>
            <a:lvl1pPr marL="0" indent="0" algn="ctr">
              <a:buNone/>
              <a:defRPr sz="1000">
                <a:solidFill>
                  <a:schemeClr val="tx1"/>
                </a:solidFill>
              </a:defRPr>
            </a:lvl1pPr>
          </a:lstStyle>
          <a:p>
            <a:pPr lvl="0" rtl="0"/>
            <a:r>
              <a:rPr lang="es-MX" noProof="0"/>
              <a:t>MM</a:t>
            </a:r>
          </a:p>
        </p:txBody>
      </p:sp>
      <p:sp>
        <p:nvSpPr>
          <p:cNvPr id="25" name="Marcador de texto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rtlCol="0">
            <a:noAutofit/>
          </a:bodyPr>
          <a:lstStyle>
            <a:lvl1pPr marL="0" indent="0" algn="ctr">
              <a:buNone/>
              <a:defRPr sz="1000">
                <a:solidFill>
                  <a:schemeClr val="tx1"/>
                </a:solidFill>
              </a:defRPr>
            </a:lvl1pPr>
          </a:lstStyle>
          <a:p>
            <a:pPr lvl="0" rtl="0"/>
            <a:r>
              <a:rPr lang="es-MX" noProof="0"/>
              <a:t>MM</a:t>
            </a:r>
          </a:p>
        </p:txBody>
      </p:sp>
      <p:sp>
        <p:nvSpPr>
          <p:cNvPr id="26" name="Marcador de texto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rtlCol="0">
            <a:noAutofit/>
          </a:bodyPr>
          <a:lstStyle>
            <a:lvl1pPr marL="0" indent="0" algn="ctr">
              <a:buNone/>
              <a:defRPr sz="1000">
                <a:solidFill>
                  <a:schemeClr val="tx1"/>
                </a:solidFill>
              </a:defRPr>
            </a:lvl1pPr>
          </a:lstStyle>
          <a:p>
            <a:pPr lvl="0" rtl="0"/>
            <a:r>
              <a:rPr lang="es-MX" noProof="0"/>
              <a:t>MM</a:t>
            </a:r>
          </a:p>
        </p:txBody>
      </p:sp>
      <p:sp>
        <p:nvSpPr>
          <p:cNvPr id="28" name="Marcador de texto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rtlCol="0">
            <a:noAutofit/>
          </a:bodyPr>
          <a:lstStyle>
            <a:lvl1pPr marL="0" indent="0" algn="ctr">
              <a:buNone/>
              <a:defRPr sz="1000">
                <a:solidFill>
                  <a:schemeClr val="tx1"/>
                </a:solidFill>
              </a:defRPr>
            </a:lvl1pPr>
          </a:lstStyle>
          <a:p>
            <a:pPr lvl="0" rtl="0"/>
            <a:r>
              <a:rPr lang="es-MX" noProof="0"/>
              <a:t>MM</a:t>
            </a:r>
          </a:p>
        </p:txBody>
      </p:sp>
      <p:sp>
        <p:nvSpPr>
          <p:cNvPr id="29" name="Marcador de texto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rtlCol="0">
            <a:noAutofit/>
          </a:bodyPr>
          <a:lstStyle>
            <a:lvl1pPr marL="0" indent="0" algn="ctr">
              <a:buNone/>
              <a:defRPr sz="1000">
                <a:solidFill>
                  <a:schemeClr val="tx1"/>
                </a:solidFill>
              </a:defRPr>
            </a:lvl1pPr>
          </a:lstStyle>
          <a:p>
            <a:pPr lvl="0" rtl="0"/>
            <a:r>
              <a:rPr lang="es-MX" noProof="0"/>
              <a:t>MM</a:t>
            </a:r>
          </a:p>
        </p:txBody>
      </p:sp>
      <p:sp>
        <p:nvSpPr>
          <p:cNvPr id="27" name="Marcador de texto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rtlCol="0">
            <a:noAutofit/>
          </a:bodyPr>
          <a:lstStyle>
            <a:lvl1pPr marL="0" indent="0" algn="ctr">
              <a:buNone/>
              <a:defRPr sz="1000">
                <a:solidFill>
                  <a:schemeClr val="tx1"/>
                </a:solidFill>
              </a:defRPr>
            </a:lvl1pPr>
          </a:lstStyle>
          <a:p>
            <a:pPr lvl="0" rtl="0"/>
            <a:r>
              <a:rPr lang="es-MX" noProof="0"/>
              <a:t>MM</a:t>
            </a:r>
          </a:p>
        </p:txBody>
      </p:sp>
      <p:sp>
        <p:nvSpPr>
          <p:cNvPr id="30" name="Marcador de texto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rtlCol="0">
            <a:noAutofit/>
          </a:bodyPr>
          <a:lstStyle>
            <a:lvl1pPr marL="0" indent="0" algn="ctr">
              <a:buNone/>
              <a:defRPr sz="1000">
                <a:solidFill>
                  <a:schemeClr val="tx1"/>
                </a:solidFill>
              </a:defRPr>
            </a:lvl1pPr>
          </a:lstStyle>
          <a:p>
            <a:pPr lvl="0" rtl="0"/>
            <a:r>
              <a:rPr lang="es-MX" noProof="0"/>
              <a:t>MM</a:t>
            </a:r>
          </a:p>
        </p:txBody>
      </p:sp>
      <p:sp>
        <p:nvSpPr>
          <p:cNvPr id="31" name="Marcador de texto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rtlCol="0">
            <a:noAutofit/>
          </a:bodyPr>
          <a:lstStyle>
            <a:lvl1pPr marL="0" indent="0" algn="ctr">
              <a:buNone/>
              <a:defRPr sz="1000">
                <a:solidFill>
                  <a:schemeClr val="tx1"/>
                </a:solidFill>
              </a:defRPr>
            </a:lvl1pPr>
          </a:lstStyle>
          <a:p>
            <a:pPr lvl="0" rtl="0"/>
            <a:r>
              <a:rPr lang="es-MX" noProof="0"/>
              <a:t>MM</a:t>
            </a:r>
          </a:p>
        </p:txBody>
      </p:sp>
      <p:sp>
        <p:nvSpPr>
          <p:cNvPr id="32" name="Rectángulo 31">
            <a:extLst>
              <a:ext uri="{FF2B5EF4-FFF2-40B4-BE49-F238E27FC236}">
                <a16:creationId xmlns:a16="http://schemas.microsoft.com/office/drawing/2014/main" id="{FFA35437-CCDE-4D92-B879-F23B329C8EC3}"/>
              </a:ext>
              <a:ext uri="{C183D7F6-B498-43B3-948B-1728B52AA6E4}">
                <adec:decorative xmlns:adec="http://schemas.microsoft.com/office/drawing/2017/decorative" val="1"/>
              </a:ext>
            </a:extLst>
          </p:cNvPr>
          <p:cNvSpPr/>
          <p:nvPr userDrawn="1"/>
        </p:nvSpPr>
        <p:spPr>
          <a:xfrm>
            <a:off x="929640" y="4034785"/>
            <a:ext cx="10332720" cy="4571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noProof="0">
              <a:solidFill>
                <a:schemeClr val="tx1">
                  <a:lumMod val="75000"/>
                  <a:lumOff val="25000"/>
                </a:schemeClr>
              </a:solidFill>
            </a:endParaRPr>
          </a:p>
        </p:txBody>
      </p:sp>
      <p:sp>
        <p:nvSpPr>
          <p:cNvPr id="36" name="Marcador de fecha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rtlCol="0"/>
          <a:lstStyle>
            <a:lvl1pPr>
              <a:defRPr sz="900"/>
            </a:lvl1pPr>
          </a:lstStyle>
          <a:p>
            <a:pPr rtl="0"/>
            <a:r>
              <a:rPr lang="es-MX" noProof="0"/>
              <a:t>20XX</a:t>
            </a:r>
          </a:p>
        </p:txBody>
      </p:sp>
      <p:sp>
        <p:nvSpPr>
          <p:cNvPr id="37" name="Marcador de pie de página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rtlCol="0"/>
          <a:lstStyle>
            <a:lvl1pPr>
              <a:defRPr sz="900"/>
            </a:lvl1pPr>
          </a:lstStyle>
          <a:p>
            <a:pPr rtl="0"/>
            <a:r>
              <a:rPr lang="es-MX" noProof="0"/>
              <a:t>Presentación de lanzamiento</a:t>
            </a:r>
          </a:p>
        </p:txBody>
      </p:sp>
      <p:sp>
        <p:nvSpPr>
          <p:cNvPr id="38" name="Marcador de número de diapositiva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20563234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martArt">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rtlCol="0">
            <a:normAutofit/>
          </a:bodyPr>
          <a:lstStyle>
            <a:lvl1pPr algn="ctr">
              <a:defRPr lang="en-US" sz="2800" kern="1200" spc="150" baseline="0" dirty="0">
                <a:solidFill>
                  <a:schemeClr val="tx1"/>
                </a:solidFill>
                <a:latin typeface="+mj-lt"/>
                <a:ea typeface="+mj-ea"/>
                <a:cs typeface="+mj-cs"/>
              </a:defRPr>
            </a:lvl1pPr>
          </a:lstStyle>
          <a:p>
            <a:pPr rtl="0"/>
            <a:r>
              <a:rPr lang="es-MX" noProof="0"/>
              <a:t>HAGA CLIC PARA MODIFICAR EL ESTILO DEL TÍTULO MAESTRO</a:t>
            </a:r>
          </a:p>
        </p:txBody>
      </p:sp>
      <p:sp>
        <p:nvSpPr>
          <p:cNvPr id="7" name="Marcador de posición de SmartArt 6">
            <a:extLst>
              <a:ext uri="{FF2B5EF4-FFF2-40B4-BE49-F238E27FC236}">
                <a16:creationId xmlns:a16="http://schemas.microsoft.com/office/drawing/2014/main" id="{156CA116-0F6E-4EE9-B34F-03BA07161A7A}"/>
              </a:ext>
            </a:extLst>
          </p:cNvPr>
          <p:cNvSpPr>
            <a:spLocks noGrp="1"/>
          </p:cNvSpPr>
          <p:nvPr>
            <p:ph type="dgm" sz="quarter" idx="15" hasCustomPrompt="1"/>
          </p:nvPr>
        </p:nvSpPr>
        <p:spPr>
          <a:xfrm>
            <a:off x="838200" y="2139084"/>
            <a:ext cx="10515600" cy="3695338"/>
          </a:xfrm>
        </p:spPr>
        <p:txBody>
          <a:bodyPr rtlCol="0"/>
          <a:lstStyle/>
          <a:p>
            <a:pPr rtl="0"/>
            <a:r>
              <a:rPr lang="es-MX" noProof="0"/>
              <a:t>Haz clic en el icono para agregar un elemento gráfico SmartArt</a:t>
            </a:r>
          </a:p>
        </p:txBody>
      </p:sp>
      <p:sp>
        <p:nvSpPr>
          <p:cNvPr id="3" name="Marcador de fecha 2">
            <a:extLst>
              <a:ext uri="{FF2B5EF4-FFF2-40B4-BE49-F238E27FC236}">
                <a16:creationId xmlns:a16="http://schemas.microsoft.com/office/drawing/2014/main" id="{7E085D26-FA83-4414-959E-98936A772670}"/>
              </a:ext>
            </a:extLst>
          </p:cNvPr>
          <p:cNvSpPr>
            <a:spLocks noGrp="1"/>
          </p:cNvSpPr>
          <p:nvPr>
            <p:ph type="dt" sz="half" idx="10"/>
          </p:nvPr>
        </p:nvSpPr>
        <p:spPr/>
        <p:txBody>
          <a:bodyPr rtlCol="0"/>
          <a:lstStyle>
            <a:lvl1pPr>
              <a:defRPr sz="900"/>
            </a:lvl1pPr>
          </a:lstStyle>
          <a:p>
            <a:pPr rtl="0"/>
            <a:r>
              <a:rPr lang="es-MX" noProof="0"/>
              <a:t>20XX</a:t>
            </a:r>
          </a:p>
        </p:txBody>
      </p:sp>
      <p:sp>
        <p:nvSpPr>
          <p:cNvPr id="4" name="Marcador de pie de página 3">
            <a:extLst>
              <a:ext uri="{FF2B5EF4-FFF2-40B4-BE49-F238E27FC236}">
                <a16:creationId xmlns:a16="http://schemas.microsoft.com/office/drawing/2014/main" id="{1FB52E93-DE4C-4341-8D83-F0230E38B1A1}"/>
              </a:ext>
            </a:extLst>
          </p:cNvPr>
          <p:cNvSpPr>
            <a:spLocks noGrp="1"/>
          </p:cNvSpPr>
          <p:nvPr>
            <p:ph type="ftr" sz="quarter" idx="11"/>
          </p:nvPr>
        </p:nvSpPr>
        <p:spPr/>
        <p:txBody>
          <a:bodyPr rtlCol="0"/>
          <a:lstStyle>
            <a:lvl1pPr>
              <a:defRPr sz="900"/>
            </a:lvl1pPr>
          </a:lstStyle>
          <a:p>
            <a:pPr rtl="0"/>
            <a:r>
              <a:rPr lang="es-MX" noProof="0"/>
              <a:t>Presentación de lanzamiento</a:t>
            </a:r>
          </a:p>
        </p:txBody>
      </p:sp>
      <p:cxnSp>
        <p:nvCxnSpPr>
          <p:cNvPr id="10" name="Conector recto 9">
            <a:extLst>
              <a:ext uri="{FF2B5EF4-FFF2-40B4-BE49-F238E27FC236}">
                <a16:creationId xmlns:a16="http://schemas.microsoft.com/office/drawing/2014/main" id="{66988B2D-0240-4256-8268-4B9FF1E72363}"/>
              </a:ext>
              <a:ext uri="{C183D7F6-B498-43B3-948B-1728B52AA6E4}">
                <adec:decorative xmlns:adec="http://schemas.microsoft.com/office/drawing/2017/decorative" val="1"/>
              </a:ext>
            </a:extLst>
          </p:cNvPr>
          <p:cNvCxnSpPr>
            <a:cxnSpLocks/>
          </p:cNvCxnSpPr>
          <p:nvPr/>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Conector recto 11">
            <a:extLst>
              <a:ext uri="{FF2B5EF4-FFF2-40B4-BE49-F238E27FC236}">
                <a16:creationId xmlns:a16="http://schemas.microsoft.com/office/drawing/2014/main" id="{D8EEAAE1-3D04-41C3-B2D2-B3BEF34C3B27}"/>
              </a:ext>
              <a:ext uri="{C183D7F6-B498-43B3-948B-1728B52AA6E4}">
                <adec:decorative xmlns:adec="http://schemas.microsoft.com/office/drawing/2017/decorative" val="1"/>
              </a:ext>
            </a:extLst>
          </p:cNvPr>
          <p:cNvCxnSpPr>
            <a:cxnSpLocks/>
          </p:cNvCxnSpPr>
          <p:nvPr/>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Marcador de número de diapositiva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Diapositiva de equipo de 4 personas">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solidFill>
                <a:latin typeface="+mj-lt"/>
                <a:ea typeface="+mj-ea"/>
                <a:cs typeface="+mj-cs"/>
              </a:defRPr>
            </a:lvl1pPr>
          </a:lstStyle>
          <a:p>
            <a:pPr rtl="0"/>
            <a:r>
              <a:rPr lang="es-MX" noProof="0"/>
              <a:t>HAGA CLIC PARA MODIFICAR EL ESTILO DEL TÍTULO MAESTRO</a:t>
            </a:r>
          </a:p>
        </p:txBody>
      </p:sp>
      <p:sp>
        <p:nvSpPr>
          <p:cNvPr id="11" name="Marcador de posición de imagen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rtlCol="0"/>
          <a:lstStyle/>
          <a:p>
            <a:pPr rtl="0"/>
            <a:r>
              <a:rPr lang="es-MX" noProof="0"/>
              <a:t>Haz clic en el icono para agregar una imagen</a:t>
            </a:r>
          </a:p>
        </p:txBody>
      </p:sp>
      <p:sp>
        <p:nvSpPr>
          <p:cNvPr id="3" name="Marcador de texto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11558" y="5084524"/>
            <a:ext cx="2196619" cy="343061"/>
          </a:xfrm>
        </p:spPr>
        <p:txBody>
          <a:bodyPr rtlCol="0"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HAGA CLIC PARA EDITAR</a:t>
            </a:r>
          </a:p>
        </p:txBody>
      </p:sp>
      <p:sp>
        <p:nvSpPr>
          <p:cNvPr id="26" name="Marcador de texto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rtlCol="0" anchor="t">
            <a:noAutofit/>
          </a:bodyPr>
          <a:lstStyle>
            <a:lvl1pPr marL="0" indent="0" algn="ctr">
              <a:buNone/>
              <a:defRPr lang="en-US" sz="1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HAGA CLIC PARA EDITAR</a:t>
            </a:r>
          </a:p>
        </p:txBody>
      </p:sp>
      <p:sp>
        <p:nvSpPr>
          <p:cNvPr id="17" name="Marcador de posición de imagen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rtlCol="0"/>
          <a:lstStyle/>
          <a:p>
            <a:pPr rtl="0"/>
            <a:r>
              <a:rPr lang="es-MX" noProof="0"/>
              <a:t>Haz clic en el icono para agregar una imagen</a:t>
            </a:r>
          </a:p>
        </p:txBody>
      </p:sp>
      <p:sp>
        <p:nvSpPr>
          <p:cNvPr id="23" name="Marcador de texto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707607" y="5099206"/>
            <a:ext cx="2145049" cy="343061"/>
          </a:xfrm>
        </p:spPr>
        <p:txBody>
          <a:bodyPr rtlCol="0"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HAGA CLIC PARA EDITAR</a:t>
            </a:r>
          </a:p>
        </p:txBody>
      </p:sp>
      <p:sp>
        <p:nvSpPr>
          <p:cNvPr id="27" name="Marcador de texto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rtlCol="0" anchor="t">
            <a:noAutofit/>
          </a:bodyPr>
          <a:lstStyle>
            <a:lvl1pPr marL="0" indent="0" algn="ctr">
              <a:buNone/>
              <a:defRPr lang="en-US" sz="1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HAGA CLIC PARA EDITAR</a:t>
            </a:r>
          </a:p>
        </p:txBody>
      </p:sp>
      <p:sp>
        <p:nvSpPr>
          <p:cNvPr id="18" name="Marcador de posición de imagen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rtlCol="0"/>
          <a:lstStyle/>
          <a:p>
            <a:pPr lvl="1" rtl="0"/>
            <a:r>
              <a:rPr lang="es-MX" noProof="0"/>
              <a:t>Haz clic en el icono para agregar una imagen</a:t>
            </a:r>
          </a:p>
        </p:txBody>
      </p:sp>
      <p:sp>
        <p:nvSpPr>
          <p:cNvPr id="24" name="Marcador de texto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98271" y="5099206"/>
            <a:ext cx="2132985" cy="343061"/>
          </a:xfrm>
        </p:spPr>
        <p:txBody>
          <a:bodyPr rtlCol="0"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HAGA CLIC PARA EDITAR</a:t>
            </a:r>
          </a:p>
        </p:txBody>
      </p:sp>
      <p:sp>
        <p:nvSpPr>
          <p:cNvPr id="28" name="Marcador de texto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rtlCol="0" anchor="t">
            <a:noAutofit/>
          </a:bodyPr>
          <a:lstStyle>
            <a:lvl1pPr marL="0" indent="0" algn="ctr">
              <a:buNone/>
              <a:defRPr lang="en-US" sz="1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19" name="Marcador de posición de imagen 10">
            <a:extLst>
              <a:ext uri="{FF2B5EF4-FFF2-40B4-BE49-F238E27FC236}">
                <a16:creationId xmlns:a16="http://schemas.microsoft.com/office/drawing/2014/main" id="{92E6B581-A522-4758-A9A4-8B9C7B860CF2}"/>
              </a:ext>
            </a:extLst>
          </p:cNvPr>
          <p:cNvSpPr>
            <a:spLocks noGrp="1"/>
          </p:cNvSpPr>
          <p:nvPr>
            <p:ph type="pic" sz="quarter" idx="17" hasCustomPrompt="1"/>
          </p:nvPr>
        </p:nvSpPr>
        <p:spPr>
          <a:xfrm>
            <a:off x="8747458" y="2886074"/>
            <a:ext cx="1845511" cy="1845511"/>
          </a:xfrm>
          <a:solidFill>
            <a:schemeClr val="bg1">
              <a:lumMod val="95000"/>
            </a:schemeClr>
          </a:solidFill>
        </p:spPr>
        <p:txBody>
          <a:bodyPr rtlCol="0"/>
          <a:lstStyle/>
          <a:p>
            <a:pPr rtl="0"/>
            <a:r>
              <a:rPr lang="es-MX" noProof="0"/>
              <a:t>Haz clic en el ícono para agregar una imagen</a:t>
            </a:r>
          </a:p>
        </p:txBody>
      </p:sp>
      <p:sp>
        <p:nvSpPr>
          <p:cNvPr id="25" name="Marcador de texto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18152" y="5084524"/>
            <a:ext cx="2132984" cy="343061"/>
          </a:xfrm>
        </p:spPr>
        <p:txBody>
          <a:bodyPr rtlCol="0"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HAGA CLIC PARA EDITAR</a:t>
            </a:r>
          </a:p>
        </p:txBody>
      </p:sp>
      <p:sp>
        <p:nvSpPr>
          <p:cNvPr id="29" name="Marcador de texto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rtlCol="0" anchor="t">
            <a:noAutofit/>
          </a:bodyPr>
          <a:lstStyle>
            <a:lvl1pPr marL="0" indent="0" algn="ctr">
              <a:buNone/>
              <a:defRPr lang="en-US" sz="1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HAGA CLIC PARA EDITAR</a:t>
            </a:r>
          </a:p>
        </p:txBody>
      </p:sp>
      <p:cxnSp>
        <p:nvCxnSpPr>
          <p:cNvPr id="10" name="Conector recto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Marcador de fecha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s-MX" noProof="0"/>
              <a:t>20XX</a:t>
            </a:r>
          </a:p>
        </p:txBody>
      </p:sp>
      <p:sp>
        <p:nvSpPr>
          <p:cNvPr id="8" name="Marcador de pie de página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s-MX" noProof="0"/>
              <a:t>Presentación de lanzamiento</a:t>
            </a:r>
          </a:p>
        </p:txBody>
      </p:sp>
      <p:sp>
        <p:nvSpPr>
          <p:cNvPr id="9" name="Marcador de número de diapositiva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Diapositiva de equipo de 8 personas">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solidFill>
                <a:latin typeface="+mj-lt"/>
                <a:ea typeface="+mj-ea"/>
                <a:cs typeface="+mj-cs"/>
              </a:defRPr>
            </a:lvl1pPr>
          </a:lstStyle>
          <a:p>
            <a:pPr rtl="0"/>
            <a:r>
              <a:rPr lang="es-MX" noProof="0"/>
              <a:t>HAGA CLIC PARA MODIFICAR EL ESTILO DEL TÍTULO MAESTRO</a:t>
            </a:r>
          </a:p>
        </p:txBody>
      </p:sp>
      <p:sp>
        <p:nvSpPr>
          <p:cNvPr id="11" name="Marcador de posición de imagen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es-MX" noProof="0"/>
              <a:t>Haz clic en el icono para agregar una imagen</a:t>
            </a:r>
          </a:p>
        </p:txBody>
      </p:sp>
      <p:sp>
        <p:nvSpPr>
          <p:cNvPr id="3" name="Marcador de texto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HAGA CLIC PARA EDITAR</a:t>
            </a:r>
          </a:p>
        </p:txBody>
      </p:sp>
      <p:sp>
        <p:nvSpPr>
          <p:cNvPr id="26" name="Marcador de texto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HAGA CLIC PARA EDITAR</a:t>
            </a:r>
          </a:p>
        </p:txBody>
      </p:sp>
      <p:sp>
        <p:nvSpPr>
          <p:cNvPr id="17" name="Marcador de posición de imagen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es-MX" noProof="0"/>
              <a:t>Haz clic en el icono para agregar una imagen</a:t>
            </a:r>
          </a:p>
        </p:txBody>
      </p:sp>
      <p:sp>
        <p:nvSpPr>
          <p:cNvPr id="23" name="Marcador de texto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HAGA CLIC PARA EDITAR</a:t>
            </a:r>
          </a:p>
        </p:txBody>
      </p:sp>
      <p:sp>
        <p:nvSpPr>
          <p:cNvPr id="27" name="Marcador de texto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HAGA CLIC PARA EDITAR</a:t>
            </a:r>
          </a:p>
        </p:txBody>
      </p:sp>
      <p:sp>
        <p:nvSpPr>
          <p:cNvPr id="18" name="Marcador de posición de imagen 10">
            <a:extLst>
              <a:ext uri="{FF2B5EF4-FFF2-40B4-BE49-F238E27FC236}">
                <a16:creationId xmlns:a16="http://schemas.microsoft.com/office/drawing/2014/main" id="{4EBC7D6F-397D-4C5A-AA62-F683F88531A2}"/>
              </a:ext>
            </a:extLst>
          </p:cNvPr>
          <p:cNvSpPr>
            <a:spLocks noGrp="1"/>
          </p:cNvSpPr>
          <p:nvPr>
            <p:ph type="pic" sz="quarter" idx="16"/>
          </p:nvPr>
        </p:nvSpPr>
        <p:spPr>
          <a:xfrm>
            <a:off x="6716934" y="2428875"/>
            <a:ext cx="1066800" cy="1066800"/>
          </a:xfrm>
          <a:solidFill>
            <a:schemeClr val="tx1"/>
          </a:solidFill>
        </p:spPr>
        <p:txBody>
          <a:bodyPr rtlCol="0">
            <a:normAutofit/>
          </a:bodyPr>
          <a:lstStyle>
            <a:lvl1pPr marL="0" indent="0">
              <a:buNone/>
              <a:defRPr sz="900">
                <a:solidFill>
                  <a:schemeClr val="bg1"/>
                </a:solidFill>
              </a:defRPr>
            </a:lvl1pPr>
            <a:lvl2pPr marL="457200" indent="0">
              <a:lnSpc>
                <a:spcPct val="100000"/>
              </a:lnSpc>
              <a:buNone/>
              <a:defRPr sz="900">
                <a:solidFill>
                  <a:schemeClr val="bg1"/>
                </a:solidFill>
              </a:defRPr>
            </a:lvl2pPr>
          </a:lstStyle>
          <a:p>
            <a:pPr lvl="0" rtl="0"/>
            <a:r>
              <a:rPr lang="es-MX" noProof="0"/>
              <a:t>Haz clic en el icono para agregar una imagen</a:t>
            </a:r>
          </a:p>
        </p:txBody>
      </p:sp>
      <p:sp>
        <p:nvSpPr>
          <p:cNvPr id="24" name="Marcador de texto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HAGA CLIC PARA EDITAR</a:t>
            </a:r>
          </a:p>
        </p:txBody>
      </p:sp>
      <p:sp>
        <p:nvSpPr>
          <p:cNvPr id="28" name="Marcador de texto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HAGA CLIC PARA EDITAR</a:t>
            </a:r>
          </a:p>
        </p:txBody>
      </p:sp>
      <p:sp>
        <p:nvSpPr>
          <p:cNvPr id="19" name="Marcador de posición de imagen 10">
            <a:extLst>
              <a:ext uri="{FF2B5EF4-FFF2-40B4-BE49-F238E27FC236}">
                <a16:creationId xmlns:a16="http://schemas.microsoft.com/office/drawing/2014/main" id="{92E6B581-A522-4758-A9A4-8B9C7B860CF2}"/>
              </a:ext>
            </a:extLst>
          </p:cNvPr>
          <p:cNvSpPr>
            <a:spLocks noGrp="1"/>
          </p:cNvSpPr>
          <p:nvPr>
            <p:ph type="pic" sz="quarter" idx="17" hasCustomPrompt="1"/>
          </p:nvPr>
        </p:nvSpPr>
        <p:spPr>
          <a:xfrm>
            <a:off x="9136814" y="2428875"/>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es-MX" noProof="0"/>
              <a:t>Haz clic en el ícono para agregar una imagen</a:t>
            </a:r>
          </a:p>
        </p:txBody>
      </p:sp>
      <p:sp>
        <p:nvSpPr>
          <p:cNvPr id="25" name="Marcador de texto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HAGA CLIC PARA EDITAR</a:t>
            </a:r>
          </a:p>
        </p:txBody>
      </p:sp>
      <p:sp>
        <p:nvSpPr>
          <p:cNvPr id="29" name="Marcador de texto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HAGA CLIC PARA EDITAR</a:t>
            </a:r>
          </a:p>
        </p:txBody>
      </p:sp>
      <p:sp>
        <p:nvSpPr>
          <p:cNvPr id="55" name="Marcador de posición de imagen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es-MX" noProof="0"/>
              <a:t>Haz clic en el icono para agregar una imagen</a:t>
            </a:r>
          </a:p>
        </p:txBody>
      </p:sp>
      <p:sp>
        <p:nvSpPr>
          <p:cNvPr id="54" name="Marcador de texto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HAGA CLIC PARA EDITAR</a:t>
            </a:r>
          </a:p>
        </p:txBody>
      </p:sp>
      <p:sp>
        <p:nvSpPr>
          <p:cNvPr id="62" name="Marcador de texto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HAGA CLIC PARA EDITAR</a:t>
            </a:r>
          </a:p>
        </p:txBody>
      </p:sp>
      <p:sp>
        <p:nvSpPr>
          <p:cNvPr id="56" name="Marcador de posición de imagen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es-MX" noProof="0"/>
              <a:t>Haz clic en el icono para agregar una imagen</a:t>
            </a:r>
          </a:p>
        </p:txBody>
      </p:sp>
      <p:sp>
        <p:nvSpPr>
          <p:cNvPr id="59" name="Marcador de texto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HAGA CLIC PARA EDITAR</a:t>
            </a:r>
          </a:p>
        </p:txBody>
      </p:sp>
      <p:sp>
        <p:nvSpPr>
          <p:cNvPr id="63" name="Marcador de texto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HAGA CLIC PARA EDITAR</a:t>
            </a:r>
          </a:p>
        </p:txBody>
      </p:sp>
      <p:sp>
        <p:nvSpPr>
          <p:cNvPr id="57" name="Marcador de posición de imagen 10">
            <a:extLst>
              <a:ext uri="{FF2B5EF4-FFF2-40B4-BE49-F238E27FC236}">
                <a16:creationId xmlns:a16="http://schemas.microsoft.com/office/drawing/2014/main" id="{0FB38616-82FB-4DAD-A82E-3777ACB41148}"/>
              </a:ext>
            </a:extLst>
          </p:cNvPr>
          <p:cNvSpPr>
            <a:spLocks noGrp="1"/>
          </p:cNvSpPr>
          <p:nvPr>
            <p:ph type="pic" sz="quarter" idx="28"/>
          </p:nvPr>
        </p:nvSpPr>
        <p:spPr>
          <a:xfrm>
            <a:off x="6716934" y="4287711"/>
            <a:ext cx="1066800" cy="1066800"/>
          </a:xfrm>
          <a:solidFill>
            <a:schemeClr val="tx1"/>
          </a:solidFill>
        </p:spPr>
        <p:txBody>
          <a:bodyPr rtlCol="0">
            <a:normAutofit/>
          </a:bodyPr>
          <a:lstStyle>
            <a:lvl1pPr marL="0" indent="0">
              <a:buNone/>
              <a:defRPr sz="900">
                <a:solidFill>
                  <a:schemeClr val="bg1"/>
                </a:solidFill>
              </a:defRPr>
            </a:lvl1pPr>
            <a:lvl2pPr marL="457200" indent="0">
              <a:lnSpc>
                <a:spcPct val="100000"/>
              </a:lnSpc>
              <a:buNone/>
              <a:defRPr sz="900">
                <a:solidFill>
                  <a:schemeClr val="bg1"/>
                </a:solidFill>
              </a:defRPr>
            </a:lvl2pPr>
          </a:lstStyle>
          <a:p>
            <a:pPr lvl="0" rtl="0"/>
            <a:r>
              <a:rPr lang="es-MX" noProof="0"/>
              <a:t>Haz clic en el icono para agregar una imagen</a:t>
            </a:r>
          </a:p>
        </p:txBody>
      </p:sp>
      <p:sp>
        <p:nvSpPr>
          <p:cNvPr id="60" name="Marcador de texto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HAGA CLIC PARA EDITAR</a:t>
            </a:r>
          </a:p>
        </p:txBody>
      </p:sp>
      <p:sp>
        <p:nvSpPr>
          <p:cNvPr id="64" name="Marcador de texto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HAGA CLIC PARA EDITAR</a:t>
            </a:r>
          </a:p>
        </p:txBody>
      </p:sp>
      <p:sp>
        <p:nvSpPr>
          <p:cNvPr id="58" name="Marcador de posición de imagen 10">
            <a:extLst>
              <a:ext uri="{FF2B5EF4-FFF2-40B4-BE49-F238E27FC236}">
                <a16:creationId xmlns:a16="http://schemas.microsoft.com/office/drawing/2014/main" id="{622ED9F4-EB9B-4588-8501-BFECB846EE73}"/>
              </a:ext>
            </a:extLst>
          </p:cNvPr>
          <p:cNvSpPr>
            <a:spLocks noGrp="1"/>
          </p:cNvSpPr>
          <p:nvPr>
            <p:ph type="pic" sz="quarter" idx="29" hasCustomPrompt="1"/>
          </p:nvPr>
        </p:nvSpPr>
        <p:spPr>
          <a:xfrm>
            <a:off x="9136814" y="4287711"/>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es-MX" noProof="0"/>
              <a:t>Haz clic en el ícono para agregar una imagen</a:t>
            </a:r>
          </a:p>
        </p:txBody>
      </p:sp>
      <p:sp>
        <p:nvSpPr>
          <p:cNvPr id="61" name="Marcador de texto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HAGA CLIC PARA EDITAR</a:t>
            </a:r>
          </a:p>
        </p:txBody>
      </p:sp>
      <p:sp>
        <p:nvSpPr>
          <p:cNvPr id="65" name="Marcador de texto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HAGA CLIC PARA EDITAR</a:t>
            </a:r>
          </a:p>
        </p:txBody>
      </p:sp>
      <p:sp>
        <p:nvSpPr>
          <p:cNvPr id="7" name="Marcador de fecha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solidFill>
                  <a:srgbClr val="898989"/>
                </a:solidFill>
              </a:defRPr>
            </a:lvl1pPr>
          </a:lstStyle>
          <a:p>
            <a:pPr rtl="0"/>
            <a:r>
              <a:rPr lang="es-MX" noProof="0"/>
              <a:t>20XX</a:t>
            </a:r>
          </a:p>
        </p:txBody>
      </p:sp>
      <p:sp>
        <p:nvSpPr>
          <p:cNvPr id="8" name="Marcador de pie de página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solidFill>
                  <a:srgbClr val="898989"/>
                </a:solidFill>
              </a:defRPr>
            </a:lvl1pPr>
          </a:lstStyle>
          <a:p>
            <a:pPr rtl="0"/>
            <a:r>
              <a:rPr lang="es-MX" noProof="0"/>
              <a:t>Presentación de lanzamiento</a:t>
            </a:r>
          </a:p>
        </p:txBody>
      </p:sp>
      <p:sp>
        <p:nvSpPr>
          <p:cNvPr id="9" name="Marcador de número de diapositiva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solidFill>
                  <a:srgbClr val="898989"/>
                </a:solidFill>
              </a:defRPr>
            </a:lvl1pPr>
          </a:lstStyle>
          <a:p>
            <a:pPr rtl="0"/>
            <a:fld id="{B5CEABB6-07DC-46E8-9B57-56EC44A396E5}" type="slidenum">
              <a:rPr lang="es-MX" noProof="0" smtClean="0"/>
              <a:t>‹Nº›</a:t>
            </a:fld>
            <a:endParaRPr lang="es-MX" noProof="0"/>
          </a:p>
        </p:txBody>
      </p:sp>
      <p:pic>
        <p:nvPicPr>
          <p:cNvPr id="13" name="Gráfico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14" name="Gráfico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inanciación">
    <p:bg>
      <p:bgPr>
        <a:solidFill>
          <a:schemeClr val="bg1"/>
        </a:solidFill>
        <a:effectLst/>
      </p:bgPr>
    </p:bg>
    <p:spTree>
      <p:nvGrpSpPr>
        <p:cNvPr id="1" name=""/>
        <p:cNvGrpSpPr/>
        <p:nvPr/>
      </p:nvGrpSpPr>
      <p:grpSpPr>
        <a:xfrm>
          <a:off x="0" y="0"/>
          <a:ext cx="0" cy="0"/>
          <a:chOff x="0" y="0"/>
          <a:chExt cx="0" cy="0"/>
        </a:xfrm>
      </p:grpSpPr>
      <p:cxnSp>
        <p:nvCxnSpPr>
          <p:cNvPr id="16" name="Conector recto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ítulo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solidFill>
                <a:latin typeface="+mj-lt"/>
                <a:ea typeface="+mj-ea"/>
                <a:cs typeface="+mj-cs"/>
              </a:defRPr>
            </a:lvl1pPr>
          </a:lstStyle>
          <a:p>
            <a:pPr rtl="0"/>
            <a:r>
              <a:rPr lang="es-MX" noProof="0"/>
              <a:t>HAGA CLIC PARA MODIFICAR EL ESTILO DEL TÍTULO MAESTRO</a:t>
            </a:r>
          </a:p>
        </p:txBody>
      </p:sp>
      <p:sp>
        <p:nvSpPr>
          <p:cNvPr id="11" name="Marcador de contenido 10">
            <a:extLst>
              <a:ext uri="{FF2B5EF4-FFF2-40B4-BE49-F238E27FC236}">
                <a16:creationId xmlns:a16="http://schemas.microsoft.com/office/drawing/2014/main" id="{319EE98D-9541-4F21-8952-3026DEF75EC4}"/>
              </a:ext>
            </a:extLst>
          </p:cNvPr>
          <p:cNvSpPr>
            <a:spLocks noGrp="1"/>
          </p:cNvSpPr>
          <p:nvPr>
            <p:ph sz="quarter" idx="21" hasCustomPrompt="1"/>
          </p:nvPr>
        </p:nvSpPr>
        <p:spPr>
          <a:xfrm>
            <a:off x="1075447"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es-MX" noProof="0"/>
              <a:t>Haga clic para agregar contenido</a:t>
            </a:r>
          </a:p>
        </p:txBody>
      </p:sp>
      <p:sp>
        <p:nvSpPr>
          <p:cNvPr id="3" name="Marcador de texto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rtlCol="0" anchor="b">
            <a:noAutofit/>
          </a:bodyPr>
          <a:lstStyle>
            <a:lvl1pPr marL="0" indent="0" algn="ctr">
              <a:buNone/>
              <a:defRPr lang="en-US" sz="32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a:t>
            </a:r>
          </a:p>
        </p:txBody>
      </p:sp>
      <p:sp>
        <p:nvSpPr>
          <p:cNvPr id="17" name="Marcador de texto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rtlCol="0" anchor="b">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HAGA CLIC PARA EDITAR</a:t>
            </a:r>
          </a:p>
        </p:txBody>
      </p:sp>
      <p:sp>
        <p:nvSpPr>
          <p:cNvPr id="4" name="Marcador de contenido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s-MX" noProof="0"/>
              <a:t>Haga clic para modificar los estilos de texto del patrón</a:t>
            </a:r>
          </a:p>
        </p:txBody>
      </p:sp>
      <p:sp>
        <p:nvSpPr>
          <p:cNvPr id="24" name="Marcador de contenido 10">
            <a:extLst>
              <a:ext uri="{FF2B5EF4-FFF2-40B4-BE49-F238E27FC236}">
                <a16:creationId xmlns:a16="http://schemas.microsoft.com/office/drawing/2014/main" id="{AB843230-A4E3-4E21-AA93-998E28EB9018}"/>
              </a:ext>
            </a:extLst>
          </p:cNvPr>
          <p:cNvSpPr>
            <a:spLocks noGrp="1"/>
          </p:cNvSpPr>
          <p:nvPr>
            <p:ph sz="quarter" idx="22" hasCustomPrompt="1"/>
          </p:nvPr>
        </p:nvSpPr>
        <p:spPr>
          <a:xfrm>
            <a:off x="3811391"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es-MX" noProof="0"/>
              <a:t>Haga clic para agregar contenido</a:t>
            </a:r>
          </a:p>
        </p:txBody>
      </p:sp>
      <p:sp>
        <p:nvSpPr>
          <p:cNvPr id="5" name="Marcador de texto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rtlCol="0" anchor="b">
            <a:noAutofit/>
          </a:bodyPr>
          <a:lstStyle>
            <a:lvl1pPr marL="0" indent="0" algn="ctr">
              <a:buNone/>
              <a:defRPr lang="en-US" sz="32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a:t>
            </a:r>
          </a:p>
        </p:txBody>
      </p:sp>
      <p:sp>
        <p:nvSpPr>
          <p:cNvPr id="18" name="Marcador de texto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rtlCol="0" anchor="b">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s-MX" noProof="0"/>
              <a:t>HAGA CLIC PARA EDITAR</a:t>
            </a:r>
          </a:p>
        </p:txBody>
      </p:sp>
      <p:sp>
        <p:nvSpPr>
          <p:cNvPr id="6" name="Marcador de contenido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s-MX" noProof="0"/>
              <a:t>Haga clic para modificar los estilos de texto del patrón</a:t>
            </a:r>
          </a:p>
        </p:txBody>
      </p:sp>
      <p:sp>
        <p:nvSpPr>
          <p:cNvPr id="25" name="Marcador de contenido 10">
            <a:extLst>
              <a:ext uri="{FF2B5EF4-FFF2-40B4-BE49-F238E27FC236}">
                <a16:creationId xmlns:a16="http://schemas.microsoft.com/office/drawing/2014/main" id="{3AE0369E-A275-4E5A-AE0F-B1F9A54DEDFC}"/>
              </a:ext>
            </a:extLst>
          </p:cNvPr>
          <p:cNvSpPr>
            <a:spLocks noGrp="1"/>
          </p:cNvSpPr>
          <p:nvPr>
            <p:ph sz="quarter" idx="23" hasCustomPrompt="1"/>
          </p:nvPr>
        </p:nvSpPr>
        <p:spPr>
          <a:xfrm>
            <a:off x="6524377"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es-MX" noProof="0"/>
              <a:t>Haga clic para agregar contenido</a:t>
            </a:r>
          </a:p>
        </p:txBody>
      </p:sp>
      <p:sp>
        <p:nvSpPr>
          <p:cNvPr id="21" name="Marcador de texto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rtlCol="0" anchor="b">
            <a:noAutofit/>
          </a:bodyPr>
          <a:lstStyle>
            <a:lvl1pPr marL="0" indent="0" algn="ctr">
              <a:buNone/>
              <a:defRPr lang="en-US" sz="32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a:t>
            </a:r>
          </a:p>
        </p:txBody>
      </p:sp>
      <p:sp>
        <p:nvSpPr>
          <p:cNvPr id="19" name="Marcador de texto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rtlCol="0" anchor="b">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2" name="Marcador de contenido 3">
            <a:extLst>
              <a:ext uri="{FF2B5EF4-FFF2-40B4-BE49-F238E27FC236}">
                <a16:creationId xmlns:a16="http://schemas.microsoft.com/office/drawing/2014/main" id="{C464A9BD-B815-4632-8F54-6EB70E48BAFF}"/>
              </a:ext>
            </a:extLst>
          </p:cNvPr>
          <p:cNvSpPr>
            <a:spLocks noGrp="1"/>
          </p:cNvSpPr>
          <p:nvPr>
            <p:ph sz="half" idx="14" hasCustomPrompt="1"/>
          </p:nvPr>
        </p:nvSpPr>
        <p:spPr>
          <a:xfrm>
            <a:off x="6298609" y="5120722"/>
            <a:ext cx="2330726"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s-MX" noProof="0"/>
              <a:t>Haz clic para modificar los estilos de texto del patrón</a:t>
            </a:r>
          </a:p>
        </p:txBody>
      </p:sp>
      <p:sp>
        <p:nvSpPr>
          <p:cNvPr id="26" name="Marcador de contenido 10">
            <a:extLst>
              <a:ext uri="{FF2B5EF4-FFF2-40B4-BE49-F238E27FC236}">
                <a16:creationId xmlns:a16="http://schemas.microsoft.com/office/drawing/2014/main" id="{CCA3A81E-171B-4946-B8BA-B2F406CF0939}"/>
              </a:ext>
            </a:extLst>
          </p:cNvPr>
          <p:cNvSpPr>
            <a:spLocks noGrp="1"/>
          </p:cNvSpPr>
          <p:nvPr>
            <p:ph sz="quarter" idx="24" hasCustomPrompt="1"/>
          </p:nvPr>
        </p:nvSpPr>
        <p:spPr>
          <a:xfrm>
            <a:off x="9260321"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es-MX" noProof="0"/>
              <a:t>Haga clic para agregar contenido</a:t>
            </a:r>
          </a:p>
        </p:txBody>
      </p:sp>
      <p:sp>
        <p:nvSpPr>
          <p:cNvPr id="14" name="Marcador de texto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rtlCol="0" anchor="b">
            <a:noAutofit/>
          </a:bodyPr>
          <a:lstStyle>
            <a:lvl1pPr marL="0" indent="0" algn="ctr">
              <a:buNone/>
              <a:defRPr lang="en-US" sz="32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a:t>
            </a:r>
          </a:p>
        </p:txBody>
      </p:sp>
      <p:sp>
        <p:nvSpPr>
          <p:cNvPr id="23" name="Marcador de texto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rtlCol="0" anchor="b">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HAGA CLIC PARA EDITAR</a:t>
            </a:r>
          </a:p>
        </p:txBody>
      </p:sp>
      <p:sp>
        <p:nvSpPr>
          <p:cNvPr id="15" name="Marcador de posición de contenido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s-MX" noProof="0"/>
              <a:t>Haga clic para modificar los estilos de texto del patrón</a:t>
            </a:r>
          </a:p>
        </p:txBody>
      </p:sp>
      <p:sp>
        <p:nvSpPr>
          <p:cNvPr id="7" name="Marcador de fecha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s-MX" noProof="0"/>
              <a:t>20XX</a:t>
            </a:r>
          </a:p>
        </p:txBody>
      </p:sp>
      <p:sp>
        <p:nvSpPr>
          <p:cNvPr id="8" name="Marcador de pie de página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s-MX" noProof="0"/>
              <a:t>Presentación de lanzamiento</a:t>
            </a:r>
          </a:p>
        </p:txBody>
      </p:sp>
      <p:sp>
        <p:nvSpPr>
          <p:cNvPr id="9" name="Marcador de número de diapositiva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Resume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rtlCol="0" anchor="b">
            <a:normAutofit/>
          </a:bodyPr>
          <a:lstStyle>
            <a:lvl1pPr>
              <a:defRPr lang="en-US" sz="2800" kern="1200" cap="all" spc="150" baseline="0" dirty="0">
                <a:solidFill>
                  <a:schemeClr val="tx1"/>
                </a:solidFill>
                <a:latin typeface="+mj-lt"/>
                <a:ea typeface="+mj-ea"/>
                <a:cs typeface="+mj-cs"/>
              </a:defRPr>
            </a:lvl1pPr>
          </a:lstStyle>
          <a:p>
            <a:pPr rtl="0"/>
            <a:r>
              <a:rPr lang="es-MX" noProof="0"/>
              <a:t>HAGA CLIC PARA EDITAR EL ESTILO DEL TÍTULO DEL PATRÓN</a:t>
            </a:r>
          </a:p>
        </p:txBody>
      </p:sp>
      <p:sp>
        <p:nvSpPr>
          <p:cNvPr id="3" name="Marcador de texto 2">
            <a:extLst>
              <a:ext uri="{FF2B5EF4-FFF2-40B4-BE49-F238E27FC236}">
                <a16:creationId xmlns:a16="http://schemas.microsoft.com/office/drawing/2014/main" id="{92FD4279-EA62-4397-878A-73F4948DB176}"/>
              </a:ext>
            </a:extLst>
          </p:cNvPr>
          <p:cNvSpPr>
            <a:spLocks noGrp="1"/>
          </p:cNvSpPr>
          <p:nvPr>
            <p:ph type="body" idx="1"/>
          </p:nvPr>
        </p:nvSpPr>
        <p:spPr>
          <a:xfrm>
            <a:off x="5476875" y="3682546"/>
            <a:ext cx="5111750" cy="1525588"/>
          </a:xfrm>
        </p:spPr>
        <p:txBody>
          <a:bodyPr rtlCol="0" anchor="b">
            <a:normAutofit/>
          </a:bodyPr>
          <a:lstStyle>
            <a:lvl1pPr marL="0" indent="0">
              <a:lnSpc>
                <a:spcPct val="100000"/>
              </a:lnSpc>
              <a:buNone/>
              <a:defRPr sz="1400" spc="5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MX" noProof="0"/>
              <a:t>Haga clic para modificar los estilos de texto del patrón</a:t>
            </a:r>
          </a:p>
        </p:txBody>
      </p:sp>
      <p:cxnSp>
        <p:nvCxnSpPr>
          <p:cNvPr id="23" name="Conector recto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Conector recto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Marcador de fecha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rtlCol="0"/>
          <a:lstStyle>
            <a:lvl1pPr>
              <a:defRPr sz="900"/>
            </a:lvl1pPr>
          </a:lstStyle>
          <a:p>
            <a:pPr rtl="0"/>
            <a:r>
              <a:rPr lang="es-MX" noProof="0"/>
              <a:t>20XX</a:t>
            </a:r>
          </a:p>
        </p:txBody>
      </p:sp>
      <p:sp>
        <p:nvSpPr>
          <p:cNvPr id="22" name="Marcador de pie de página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rtlCol="0"/>
          <a:lstStyle>
            <a:lvl1pPr>
              <a:defRPr sz="900"/>
            </a:lvl1pPr>
          </a:lstStyle>
          <a:p>
            <a:pPr rtl="0"/>
            <a:r>
              <a:rPr lang="es-MX" noProof="0"/>
              <a:t>Presentación de lanzamiento</a:t>
            </a:r>
          </a:p>
        </p:txBody>
      </p:sp>
      <p:sp>
        <p:nvSpPr>
          <p:cNvPr id="24" name="Marcador de número de diapositiva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Cierre">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rtlCol="0" anchor="b">
            <a:noAutofit/>
          </a:bodyPr>
          <a:lstStyle>
            <a:lvl1pPr algn="l">
              <a:defRPr sz="3200" spc="150" baseline="0">
                <a:solidFill>
                  <a:schemeClr val="bg1"/>
                </a:solidFill>
              </a:defRPr>
            </a:lvl1pPr>
          </a:lstStyle>
          <a:p>
            <a:pPr rtl="0"/>
            <a:r>
              <a:rPr lang="es-MX" noProof="0"/>
              <a:t>HAGA CLIC PARA EDITAR EL ESTILO DEL TÍTULO DEL PATRÓN</a:t>
            </a:r>
          </a:p>
        </p:txBody>
      </p:sp>
      <p:sp>
        <p:nvSpPr>
          <p:cNvPr id="3" name="Subtítulo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4267200" y="3238103"/>
            <a:ext cx="4179570" cy="2004161"/>
          </a:xfrm>
        </p:spPr>
        <p:txBody>
          <a:bodyPr rtlCol="0">
            <a:normAutofit/>
          </a:bodyPr>
          <a:lstStyle>
            <a:lvl1pPr marL="0" indent="0" algn="l">
              <a:lnSpc>
                <a:spcPct val="150000"/>
              </a:lnSpc>
              <a:buNone/>
              <a:defRPr sz="1400" spc="5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MX" noProof="0"/>
              <a:t>Haga clic para editar el estilo de subtítulo del patrón</a:t>
            </a:r>
          </a:p>
        </p:txBody>
      </p:sp>
      <p:pic>
        <p:nvPicPr>
          <p:cNvPr id="6" name="Gráfico 5">
            <a:extLst>
              <a:ext uri="{FF2B5EF4-FFF2-40B4-BE49-F238E27FC236}">
                <a16:creationId xmlns:a16="http://schemas.microsoft.com/office/drawing/2014/main" id="{ED3361C9-310A-4255-A94E-B77588962D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9" name="Marcador de fecha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rtlCol="0"/>
          <a:lstStyle>
            <a:lvl1pPr>
              <a:defRPr sz="900"/>
            </a:lvl1pPr>
          </a:lstStyle>
          <a:p>
            <a:pPr rtl="0"/>
            <a:r>
              <a:rPr lang="es-MX" noProof="0"/>
              <a:t>20XX</a:t>
            </a:r>
          </a:p>
        </p:txBody>
      </p:sp>
      <p:sp>
        <p:nvSpPr>
          <p:cNvPr id="10" name="Marcador de pie de página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rtlCol="0"/>
          <a:lstStyle>
            <a:lvl1pPr>
              <a:defRPr sz="900"/>
            </a:lvl1pPr>
          </a:lstStyle>
          <a:p>
            <a:pPr rtl="0"/>
            <a:r>
              <a:rPr lang="es-MX" noProof="0"/>
              <a:t>Presentación de lanzamiento</a:t>
            </a:r>
          </a:p>
        </p:txBody>
      </p:sp>
      <p:sp>
        <p:nvSpPr>
          <p:cNvPr id="11" name="Marcador de número de diapositiva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es-MX" noProof="0"/>
              <a:t>Haga clic para modificar el estilo de título del patrón</a:t>
            </a:r>
          </a:p>
        </p:txBody>
      </p:sp>
      <p:sp>
        <p:nvSpPr>
          <p:cNvPr id="3" name="Marcador de texto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es-MX" noProof="0"/>
              <a:t>Haga clic para modificar los estilos de texto del patrón</a:t>
            </a:r>
          </a:p>
          <a:p>
            <a:pPr lvl="1" rtl="0"/>
            <a:r>
              <a:rPr lang="es-MX" noProof="0"/>
              <a:t>Segundo nivel</a:t>
            </a:r>
          </a:p>
          <a:p>
            <a:pPr lvl="2" rtl="0"/>
            <a:r>
              <a:rPr lang="es-MX" noProof="0"/>
              <a:t>Tercer nivel</a:t>
            </a:r>
          </a:p>
          <a:p>
            <a:pPr lvl="3" rtl="0"/>
            <a:r>
              <a:rPr lang="es-MX" noProof="0"/>
              <a:t>Cuarto nivel</a:t>
            </a:r>
          </a:p>
          <a:p>
            <a:pPr lvl="4" rtl="0"/>
            <a:r>
              <a:rPr lang="es-MX" noProof="0"/>
              <a:t>Quinto nivel</a:t>
            </a:r>
          </a:p>
        </p:txBody>
      </p:sp>
      <p:sp>
        <p:nvSpPr>
          <p:cNvPr id="4" name="Marcador de fecha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rtl="0"/>
            <a:r>
              <a:rPr lang="es-MX" noProof="0"/>
              <a:t>20XX</a:t>
            </a:r>
          </a:p>
        </p:txBody>
      </p:sp>
      <p:sp>
        <p:nvSpPr>
          <p:cNvPr id="5" name="Marcador de pie de página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rtl="0"/>
            <a:r>
              <a:rPr lang="es-MX" noProof="0"/>
              <a:t>Presentación de lanzamiento</a:t>
            </a:r>
          </a:p>
        </p:txBody>
      </p:sp>
      <p:sp>
        <p:nvSpPr>
          <p:cNvPr id="6" name="Marcador de número de diapositiva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rtl="0"/>
            <a:fld id="{B5CEABB6-07DC-46E8-9B57-56EC44A396E5}" type="slidenum">
              <a:rPr lang="es-MX" noProof="0" smtClean="0"/>
              <a:pPr rtl="0"/>
              <a:t>‹Nº›</a:t>
            </a:fld>
            <a:endParaRPr lang="es-MX" noProof="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700" r:id="rId12"/>
    <p:sldLayoutId id="2147483679" r:id="rId13"/>
    <p:sldLayoutId id="2147483692" r:id="rId14"/>
    <p:sldLayoutId id="2147483681" r:id="rId15"/>
    <p:sldLayoutId id="2147483674" r:id="rId16"/>
    <p:sldLayoutId id="2147483675" r:id="rId17"/>
    <p:sldLayoutId id="2147483696" r:id="rId18"/>
    <p:sldLayoutId id="2147483677" r:id="rId19"/>
    <p:sldLayoutId id="2147483678" r:id="rId20"/>
  </p:sldLayoutIdLst>
  <p:hf hdr="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awwwards.com/" TargetMode="Externa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4.xml.rels><?xml version="1.0" encoding="UTF-8" standalone="yes"?>
<Relationships xmlns="http://schemas.openxmlformats.org/package/2006/relationships"><Relationship Id="rId8" Type="http://schemas.openxmlformats.org/officeDocument/2006/relationships/hyperlink" Target="https://www.hostinger.com/mx/tutoriales/mejores-sitios-para-aprender-a-programar-gratis/" TargetMode="External"/><Relationship Id="rId3" Type="http://schemas.openxmlformats.org/officeDocument/2006/relationships/hyperlink" Target="https://www.hostinger.com/mx/tutoriales/que-es-un-cms/" TargetMode="External"/><Relationship Id="rId7" Type="http://schemas.openxmlformats.org/officeDocument/2006/relationships/hyperlink" Target="https://wordpress.com/es/" TargetMode="External"/><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hyperlink" Target="https://www.hostinger.com/mx/hosting-gratuito" TargetMode="External"/><Relationship Id="rId5" Type="http://schemas.openxmlformats.org/officeDocument/2006/relationships/hyperlink" Target="https://www.hostinger.com/mx/hosting-web" TargetMode="External"/><Relationship Id="rId4" Type="http://schemas.openxmlformats.org/officeDocument/2006/relationships/hyperlink" Target="https://www.hostinger.com/mx/hosting-ecommerce"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hyperlink" Target="https://www.templatemonster.com/es/" TargetMode="External"/><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hyperlink" Target="https://www.canva.com/es_mx/aprende/psicologia-del-color/" TargetMode="External"/><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31.png"/></Relationships>
</file>

<file path=ppt/slides/_rels/slide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hyperlink" Target="https://ahrefs.com/blog/es/arquitectura-web/" TargetMode="External"/><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hyperlink" Target="https://www.godaddy.com/resources/latam/diseno/opciones-de-disenos-para-paginas-web"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hyperlink" Target="https://www.w3.org/WAI/standards-guidelines/wcag/es" TargetMode="External"/><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5.xml"/><Relationship Id="rId1" Type="http://schemas.openxmlformats.org/officeDocument/2006/relationships/slideLayout" Target="../slideLayouts/slideLayout16.xml"/><Relationship Id="rId6" Type="http://schemas.openxmlformats.org/officeDocument/2006/relationships/image" Target="../media/image36.jpeg"/><Relationship Id="rId5" Type="http://schemas.openxmlformats.org/officeDocument/2006/relationships/image" Target="../media/image35.jpeg"/><Relationship Id="rId4" Type="http://schemas.openxmlformats.org/officeDocument/2006/relationships/image" Target="../media/image34.jpeg"/></Relationships>
</file>

<file path=ppt/slides/_rels/slide17.xml.rels><?xml version="1.0" encoding="UTF-8" standalone="yes"?>
<Relationships xmlns="http://schemas.openxmlformats.org/package/2006/relationships"><Relationship Id="rId8" Type="http://schemas.openxmlformats.org/officeDocument/2006/relationships/image" Target="../media/image42.jpg"/><Relationship Id="rId3" Type="http://schemas.openxmlformats.org/officeDocument/2006/relationships/image" Target="../media/image37.jpg"/><Relationship Id="rId7" Type="http://schemas.openxmlformats.org/officeDocument/2006/relationships/image" Target="../media/image41.jpg"/><Relationship Id="rId2" Type="http://schemas.openxmlformats.org/officeDocument/2006/relationships/notesSlide" Target="../notesSlides/notesSlide16.xml"/><Relationship Id="rId1" Type="http://schemas.openxmlformats.org/officeDocument/2006/relationships/slideLayout" Target="../slideLayouts/slideLayout17.xml"/><Relationship Id="rId6" Type="http://schemas.openxmlformats.org/officeDocument/2006/relationships/image" Target="../media/image40.jpg"/><Relationship Id="rId5" Type="http://schemas.openxmlformats.org/officeDocument/2006/relationships/image" Target="../media/image39.jpg"/><Relationship Id="rId10" Type="http://schemas.openxmlformats.org/officeDocument/2006/relationships/image" Target="../media/image44.jpg"/><Relationship Id="rId4" Type="http://schemas.openxmlformats.org/officeDocument/2006/relationships/image" Target="../media/image38.jpg"/><Relationship Id="rId9" Type="http://schemas.openxmlformats.org/officeDocument/2006/relationships/image" Target="../media/image43.jpg"/></Relationships>
</file>

<file path=ppt/slides/_rels/slide1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7.xml"/><Relationship Id="rId1" Type="http://schemas.openxmlformats.org/officeDocument/2006/relationships/slideLayout" Target="../slideLayouts/slideLayout18.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chart" Target="../charts/char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6815C6-3AD0-46E6-A74A-1967BD91AF50}"/>
              </a:ext>
            </a:extLst>
          </p:cNvPr>
          <p:cNvSpPr>
            <a:spLocks noGrp="1"/>
          </p:cNvSpPr>
          <p:nvPr>
            <p:ph type="ctrTitle"/>
          </p:nvPr>
        </p:nvSpPr>
        <p:spPr>
          <a:xfrm>
            <a:off x="6416040" y="4434840"/>
            <a:ext cx="4941771" cy="1122202"/>
          </a:xfrm>
        </p:spPr>
        <p:txBody>
          <a:bodyPr rtlCol="0"/>
          <a:lstStyle/>
          <a:p>
            <a:pPr rtl="0"/>
            <a:r>
              <a:rPr lang="es-MX" dirty="0"/>
              <a:t>Pagina web</a:t>
            </a:r>
          </a:p>
        </p:txBody>
      </p:sp>
      <p:sp>
        <p:nvSpPr>
          <p:cNvPr id="3" name="Subtítulo 2">
            <a:extLst>
              <a:ext uri="{FF2B5EF4-FFF2-40B4-BE49-F238E27FC236}">
                <a16:creationId xmlns:a16="http://schemas.microsoft.com/office/drawing/2014/main" id="{1901B20D-4C28-4DA3-ABBD-718C22A5E58B}"/>
              </a:ext>
            </a:extLst>
          </p:cNvPr>
          <p:cNvSpPr>
            <a:spLocks noGrp="1"/>
          </p:cNvSpPr>
          <p:nvPr>
            <p:ph type="subTitle" idx="1"/>
          </p:nvPr>
        </p:nvSpPr>
        <p:spPr>
          <a:xfrm>
            <a:off x="6416041" y="5557042"/>
            <a:ext cx="4941770" cy="396660"/>
          </a:xfrm>
        </p:spPr>
        <p:txBody>
          <a:bodyPr rtlCol="0"/>
          <a:lstStyle/>
          <a:p>
            <a:pPr rtl="0"/>
            <a:r>
              <a:rPr lang="es-MX" dirty="0"/>
              <a:t>Nombre del grupo en proceso</a:t>
            </a:r>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19F29B-F233-48AF-8261-F33A4E079E3E}"/>
              </a:ext>
              <a:ext uri="{C183D7F6-B498-43B3-948B-1728B52AA6E4}">
                <adec:decorative xmlns:adec="http://schemas.microsoft.com/office/drawing/2017/decorative" val="0"/>
              </a:ext>
            </a:extLst>
          </p:cNvPr>
          <p:cNvSpPr>
            <a:spLocks noGrp="1"/>
          </p:cNvSpPr>
          <p:nvPr>
            <p:ph type="title"/>
          </p:nvPr>
        </p:nvSpPr>
        <p:spPr>
          <a:xfrm>
            <a:off x="1423746" y="-662782"/>
            <a:ext cx="6949890" cy="1325563"/>
          </a:xfrm>
        </p:spPr>
        <p:txBody>
          <a:bodyPr rtlCol="0"/>
          <a:lstStyle/>
          <a:p>
            <a:pPr rtl="0"/>
            <a:r>
              <a:rPr lang="es-MX" dirty="0"/>
              <a:t>Como empezamos</a:t>
            </a:r>
          </a:p>
        </p:txBody>
      </p:sp>
      <p:sp>
        <p:nvSpPr>
          <p:cNvPr id="3" name="Subtítulo 2">
            <a:extLst>
              <a:ext uri="{FF2B5EF4-FFF2-40B4-BE49-F238E27FC236}">
                <a16:creationId xmlns:a16="http://schemas.microsoft.com/office/drawing/2014/main" id="{35E3EA69-4E0E-41BD-8095-A124225A2647}"/>
              </a:ext>
              <a:ext uri="{C183D7F6-B498-43B3-948B-1728B52AA6E4}">
                <adec:decorative xmlns:adec="http://schemas.microsoft.com/office/drawing/2017/decorative" val="0"/>
              </a:ext>
            </a:extLst>
          </p:cNvPr>
          <p:cNvSpPr>
            <a:spLocks noGrp="1"/>
          </p:cNvSpPr>
          <p:nvPr>
            <p:ph idx="1"/>
          </p:nvPr>
        </p:nvSpPr>
        <p:spPr>
          <a:xfrm>
            <a:off x="266492" y="1452282"/>
            <a:ext cx="12062012" cy="4904066"/>
          </a:xfrm>
        </p:spPr>
        <p:txBody>
          <a:bodyPr rtlCol="0">
            <a:normAutofit fontScale="32500" lnSpcReduction="20000"/>
          </a:bodyPr>
          <a:lstStyle/>
          <a:p>
            <a:pPr algn="l">
              <a:lnSpc>
                <a:spcPts val="1950"/>
              </a:lnSpc>
              <a:spcAft>
                <a:spcPts val="600"/>
              </a:spcAft>
            </a:pPr>
            <a:r>
              <a:rPr lang="es-MX" dirty="0"/>
              <a:t> 	</a:t>
            </a:r>
            <a:r>
              <a:rPr lang="es-MX" sz="6400" b="0" i="0" dirty="0">
                <a:effectLst/>
                <a:latin typeface="Muli"/>
              </a:rPr>
              <a:t>¿A quién va dirigido el sitio?</a:t>
            </a:r>
          </a:p>
          <a:p>
            <a:pPr algn="l">
              <a:lnSpc>
                <a:spcPts val="1950"/>
              </a:lnSpc>
              <a:spcAft>
                <a:spcPts val="600"/>
              </a:spcAft>
            </a:pPr>
            <a:r>
              <a:rPr lang="es-MX" sz="6400" dirty="0">
                <a:latin typeface="Muli"/>
              </a:rPr>
              <a:t>Estudiantes por lo general</a:t>
            </a:r>
            <a:endParaRPr lang="es-MX" sz="6400" b="0" i="0" dirty="0">
              <a:effectLst/>
              <a:latin typeface="Muli"/>
            </a:endParaRPr>
          </a:p>
          <a:p>
            <a:pPr algn="l">
              <a:lnSpc>
                <a:spcPts val="1950"/>
              </a:lnSpc>
              <a:spcAft>
                <a:spcPts val="600"/>
              </a:spcAft>
            </a:pPr>
            <a:r>
              <a:rPr lang="es-MX" sz="6400" dirty="0"/>
              <a:t>Incentivar a la investigación y mostrando lo atractivo que se puede volver trabajar de investigador</a:t>
            </a:r>
            <a:endParaRPr lang="es-MX" sz="6400" b="0" i="0" dirty="0">
              <a:effectLst/>
              <a:latin typeface="Muli"/>
            </a:endParaRPr>
          </a:p>
          <a:p>
            <a:pPr algn="l">
              <a:lnSpc>
                <a:spcPts val="1950"/>
              </a:lnSpc>
              <a:spcAft>
                <a:spcPts val="600"/>
              </a:spcAft>
            </a:pPr>
            <a:r>
              <a:rPr lang="es-MX" sz="6400" b="0" i="0" dirty="0">
                <a:effectLst/>
                <a:latin typeface="Muli"/>
              </a:rPr>
              <a:t>	¿Cuáles son los objetivos de la estrategia de contenidos? </a:t>
            </a:r>
          </a:p>
          <a:p>
            <a:pPr algn="l">
              <a:lnSpc>
                <a:spcPts val="1950"/>
              </a:lnSpc>
              <a:spcAft>
                <a:spcPts val="600"/>
              </a:spcAft>
            </a:pPr>
            <a:r>
              <a:rPr lang="es-MX" sz="6400" dirty="0">
                <a:latin typeface="Muli"/>
              </a:rPr>
              <a:t>Educar </a:t>
            </a:r>
          </a:p>
          <a:p>
            <a:pPr algn="l">
              <a:lnSpc>
                <a:spcPts val="1950"/>
              </a:lnSpc>
              <a:spcAft>
                <a:spcPts val="600"/>
              </a:spcAft>
            </a:pPr>
            <a:r>
              <a:rPr lang="es-MX" sz="6400" b="0" i="0" dirty="0">
                <a:effectLst/>
                <a:latin typeface="Muli"/>
              </a:rPr>
              <a:t>Como lograremos educar y que se vea atractivo el educar </a:t>
            </a:r>
          </a:p>
          <a:p>
            <a:pPr algn="l">
              <a:lnSpc>
                <a:spcPts val="1950"/>
              </a:lnSpc>
              <a:spcAft>
                <a:spcPts val="600"/>
              </a:spcAft>
            </a:pPr>
            <a:r>
              <a:rPr lang="es-MX" sz="6400" b="0" i="0" dirty="0">
                <a:effectLst/>
                <a:latin typeface="Muli"/>
              </a:rPr>
              <a:t>	¿Qué serie de acciones deben realizar los usuarios del sitio web al acceder a él? </a:t>
            </a:r>
          </a:p>
          <a:p>
            <a:pPr algn="l">
              <a:lnSpc>
                <a:spcPts val="1950"/>
              </a:lnSpc>
              <a:spcAft>
                <a:spcPts val="600"/>
              </a:spcAft>
            </a:pPr>
            <a:r>
              <a:rPr lang="es-MX" sz="6400" dirty="0">
                <a:latin typeface="Muli"/>
              </a:rPr>
              <a:t>Buscan </a:t>
            </a:r>
            <a:r>
              <a:rPr lang="es-MX" sz="6400" dirty="0" err="1">
                <a:latin typeface="Muli"/>
              </a:rPr>
              <a:t>informacion</a:t>
            </a:r>
            <a:r>
              <a:rPr lang="es-MX" sz="6400" dirty="0">
                <a:latin typeface="Muli"/>
              </a:rPr>
              <a:t> de que es lo que hace el grupo la oportunidad de querer involucrarse </a:t>
            </a:r>
            <a:endParaRPr lang="es-MX" sz="6400" b="0" i="0" dirty="0">
              <a:effectLst/>
              <a:latin typeface="Muli"/>
            </a:endParaRPr>
          </a:p>
          <a:p>
            <a:pPr algn="l">
              <a:lnSpc>
                <a:spcPts val="1950"/>
              </a:lnSpc>
              <a:spcAft>
                <a:spcPts val="600"/>
              </a:spcAft>
            </a:pPr>
            <a:r>
              <a:rPr lang="es-MX" sz="6400" b="0" i="0" dirty="0">
                <a:effectLst/>
                <a:latin typeface="Muli"/>
              </a:rPr>
              <a:t>	¿Qué tipo de voz y tono quieres utilizar para comunicarte con los usuarios?</a:t>
            </a:r>
          </a:p>
          <a:p>
            <a:pPr algn="l">
              <a:lnSpc>
                <a:spcPts val="1950"/>
              </a:lnSpc>
              <a:spcAft>
                <a:spcPts val="600"/>
              </a:spcAft>
            </a:pPr>
            <a:r>
              <a:rPr lang="es-MX" sz="6400" dirty="0">
                <a:latin typeface="Muli"/>
              </a:rPr>
              <a:t>Muy visual, entretenido y </a:t>
            </a:r>
            <a:r>
              <a:rPr lang="es-MX" sz="6400" dirty="0" err="1">
                <a:latin typeface="Muli"/>
              </a:rPr>
              <a:t>psicodelico</a:t>
            </a:r>
            <a:endParaRPr lang="es-MX" sz="6400" b="0" i="0" dirty="0">
              <a:effectLst/>
              <a:latin typeface="Muli"/>
            </a:endParaRPr>
          </a:p>
          <a:p>
            <a:pPr rtl="0"/>
            <a:endParaRPr lang="es-MX" dirty="0"/>
          </a:p>
        </p:txBody>
      </p:sp>
      <p:sp>
        <p:nvSpPr>
          <p:cNvPr id="6" name="Marcador de fecha 5">
            <a:extLst>
              <a:ext uri="{FF2B5EF4-FFF2-40B4-BE49-F238E27FC236}">
                <a16:creationId xmlns:a16="http://schemas.microsoft.com/office/drawing/2014/main" id="{B69DF042-37C5-4E09-AA4C-AA66649C9533}"/>
              </a:ext>
            </a:extLst>
          </p:cNvPr>
          <p:cNvSpPr>
            <a:spLocks noGrp="1"/>
          </p:cNvSpPr>
          <p:nvPr>
            <p:ph type="dt" sz="half" idx="10"/>
          </p:nvPr>
        </p:nvSpPr>
        <p:spPr>
          <a:xfrm>
            <a:off x="1333500" y="6356350"/>
            <a:ext cx="985157" cy="365125"/>
          </a:xfrm>
        </p:spPr>
        <p:txBody>
          <a:bodyPr rtlCol="0"/>
          <a:lstStyle/>
          <a:p>
            <a:pPr rtl="0"/>
            <a:r>
              <a:rPr lang="es-MX"/>
              <a:t>20XX</a:t>
            </a:r>
          </a:p>
        </p:txBody>
      </p:sp>
      <p:sp>
        <p:nvSpPr>
          <p:cNvPr id="5" name="Marcador de pie de página 4">
            <a:extLst>
              <a:ext uri="{FF2B5EF4-FFF2-40B4-BE49-F238E27FC236}">
                <a16:creationId xmlns:a16="http://schemas.microsoft.com/office/drawing/2014/main" id="{AF29EA23-F34E-486A-B8B2-0C3019266975}"/>
              </a:ext>
            </a:extLst>
          </p:cNvPr>
          <p:cNvSpPr>
            <a:spLocks noGrp="1"/>
          </p:cNvSpPr>
          <p:nvPr>
            <p:ph type="ftr" sz="quarter" idx="11"/>
          </p:nvPr>
        </p:nvSpPr>
        <p:spPr>
          <a:xfrm>
            <a:off x="2669886" y="6356349"/>
            <a:ext cx="2482842" cy="365125"/>
          </a:xfrm>
        </p:spPr>
        <p:txBody>
          <a:bodyPr rtlCol="0"/>
          <a:lstStyle/>
          <a:p>
            <a:pPr rtl="0"/>
            <a:r>
              <a:rPr lang="es-MX"/>
              <a:t>Presentación de lanzamiento</a:t>
            </a:r>
          </a:p>
        </p:txBody>
      </p:sp>
      <p:sp>
        <p:nvSpPr>
          <p:cNvPr id="4" name="Marcador de número de diapositiva 3">
            <a:extLst>
              <a:ext uri="{FF2B5EF4-FFF2-40B4-BE49-F238E27FC236}">
                <a16:creationId xmlns:a16="http://schemas.microsoft.com/office/drawing/2014/main" id="{328F602C-7F98-4C02-99D4-ED65E00D66A4}"/>
              </a:ext>
            </a:extLst>
          </p:cNvPr>
          <p:cNvSpPr>
            <a:spLocks noGrp="1"/>
          </p:cNvSpPr>
          <p:nvPr>
            <p:ph type="sldNum" sz="quarter" idx="12"/>
          </p:nvPr>
        </p:nvSpPr>
        <p:spPr>
          <a:xfrm>
            <a:off x="5536305" y="6356350"/>
            <a:ext cx="987552" cy="365125"/>
          </a:xfrm>
        </p:spPr>
        <p:txBody>
          <a:bodyPr rtlCol="0"/>
          <a:lstStyle/>
          <a:p>
            <a:pPr rtl="0"/>
            <a:fld id="{19B51A1E-902D-48AF-9020-955120F399B6}" type="slidenum">
              <a:rPr lang="es-MX" smtClean="0"/>
              <a:pPr/>
              <a:t>2</a:t>
            </a:fld>
            <a:endParaRPr lang="es-MX"/>
          </a:p>
        </p:txBody>
      </p:sp>
    </p:spTree>
    <p:extLst>
      <p:ext uri="{BB962C8B-B14F-4D97-AF65-F5344CB8AC3E}">
        <p14:creationId xmlns:p14="http://schemas.microsoft.com/office/powerpoint/2010/main" val="2243494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2CEA3-987B-0808-0E2A-D6A5E3A489E2}"/>
            </a:ext>
          </a:extLst>
        </p:cNvPr>
        <p:cNvGrpSpPr/>
        <p:nvPr/>
      </p:nvGrpSpPr>
      <p:grpSpPr>
        <a:xfrm>
          <a:off x="0" y="0"/>
          <a:ext cx="0" cy="0"/>
          <a:chOff x="0" y="0"/>
          <a:chExt cx="0" cy="0"/>
        </a:xfrm>
      </p:grpSpPr>
      <p:sp>
        <p:nvSpPr>
          <p:cNvPr id="12" name="Marcador de fecha 11">
            <a:extLst>
              <a:ext uri="{FF2B5EF4-FFF2-40B4-BE49-F238E27FC236}">
                <a16:creationId xmlns:a16="http://schemas.microsoft.com/office/drawing/2014/main" id="{731A8EF3-675E-2FF8-7027-08F5E1DF91CB}"/>
              </a:ext>
            </a:extLst>
          </p:cNvPr>
          <p:cNvSpPr>
            <a:spLocks noGrp="1"/>
          </p:cNvSpPr>
          <p:nvPr>
            <p:ph type="dt" sz="half" idx="10"/>
          </p:nvPr>
        </p:nvSpPr>
        <p:spPr>
          <a:xfrm>
            <a:off x="838200" y="6356350"/>
            <a:ext cx="2743200" cy="365125"/>
          </a:xfrm>
        </p:spPr>
        <p:txBody>
          <a:bodyPr rtlCol="0"/>
          <a:lstStyle/>
          <a:p>
            <a:pPr rtl="0"/>
            <a:r>
              <a:rPr lang="es-MX"/>
              <a:t>20XX</a:t>
            </a:r>
            <a:endParaRPr lang="es-MX" dirty="0"/>
          </a:p>
        </p:txBody>
      </p:sp>
      <p:sp>
        <p:nvSpPr>
          <p:cNvPr id="13" name="Marcador de pie de página 12">
            <a:extLst>
              <a:ext uri="{FF2B5EF4-FFF2-40B4-BE49-F238E27FC236}">
                <a16:creationId xmlns:a16="http://schemas.microsoft.com/office/drawing/2014/main" id="{A5A047A0-5D21-31C1-5409-13FA6C27711B}"/>
              </a:ext>
            </a:extLst>
          </p:cNvPr>
          <p:cNvSpPr>
            <a:spLocks noGrp="1"/>
          </p:cNvSpPr>
          <p:nvPr>
            <p:ph type="ftr" sz="quarter" idx="11"/>
          </p:nvPr>
        </p:nvSpPr>
        <p:spPr>
          <a:xfrm>
            <a:off x="4038600" y="6356350"/>
            <a:ext cx="4114800" cy="365125"/>
          </a:xfrm>
        </p:spPr>
        <p:txBody>
          <a:bodyPr rtlCol="0"/>
          <a:lstStyle/>
          <a:p>
            <a:pPr rtl="0"/>
            <a:r>
              <a:rPr lang="es-MX"/>
              <a:t>Presentación de lanzamiento</a:t>
            </a:r>
            <a:endParaRPr lang="es-MX" dirty="0"/>
          </a:p>
        </p:txBody>
      </p:sp>
      <p:sp>
        <p:nvSpPr>
          <p:cNvPr id="14" name="Marcador de número de diapositiva 13">
            <a:extLst>
              <a:ext uri="{FF2B5EF4-FFF2-40B4-BE49-F238E27FC236}">
                <a16:creationId xmlns:a16="http://schemas.microsoft.com/office/drawing/2014/main" id="{C251E781-D684-9182-F9CC-84B91D059126}"/>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s-MX" smtClean="0"/>
              <a:pPr rtl="0"/>
              <a:t>3</a:t>
            </a:fld>
            <a:endParaRPr lang="es-MX" dirty="0"/>
          </a:p>
        </p:txBody>
      </p:sp>
      <p:sp>
        <p:nvSpPr>
          <p:cNvPr id="20" name="CuadroTexto 19">
            <a:extLst>
              <a:ext uri="{FF2B5EF4-FFF2-40B4-BE49-F238E27FC236}">
                <a16:creationId xmlns:a16="http://schemas.microsoft.com/office/drawing/2014/main" id="{6AB272E0-202C-05FF-EFC8-8C32E0B24917}"/>
              </a:ext>
            </a:extLst>
          </p:cNvPr>
          <p:cNvSpPr txBox="1"/>
          <p:nvPr/>
        </p:nvSpPr>
        <p:spPr>
          <a:xfrm>
            <a:off x="5136777" y="203050"/>
            <a:ext cx="6481481" cy="2031325"/>
          </a:xfrm>
          <a:prstGeom prst="rect">
            <a:avLst/>
          </a:prstGeom>
          <a:solidFill>
            <a:schemeClr val="tx2">
              <a:lumMod val="40000"/>
              <a:lumOff val="60000"/>
            </a:schemeClr>
          </a:solidFill>
        </p:spPr>
        <p:txBody>
          <a:bodyPr wrap="square" rtlCol="0">
            <a:spAutoFit/>
          </a:bodyPr>
          <a:lstStyle/>
          <a:p>
            <a:r>
              <a:rPr lang="es-MX" dirty="0"/>
              <a:t>Buscar inspiración para la pagina</a:t>
            </a:r>
          </a:p>
          <a:p>
            <a:endParaRPr lang="es-MX" dirty="0"/>
          </a:p>
          <a:p>
            <a:pPr marL="285750" indent="-285750">
              <a:buFont typeface="Arial" panose="020B0604020202020204" pitchFamily="34" charset="0"/>
              <a:buChar char="•"/>
            </a:pPr>
            <a:r>
              <a:rPr lang="es-MX" dirty="0"/>
              <a:t>Buscando en Pinterest </a:t>
            </a:r>
          </a:p>
          <a:p>
            <a:pPr marL="285750" indent="-285750">
              <a:buFont typeface="Arial" panose="020B0604020202020204" pitchFamily="34" charset="0"/>
              <a:buChar char="•"/>
            </a:pPr>
            <a:r>
              <a:rPr lang="es-MX" dirty="0"/>
              <a:t> buscar paginas de otros grupos de investigadores</a:t>
            </a:r>
          </a:p>
          <a:p>
            <a:pPr marL="285750" indent="-285750">
              <a:buFont typeface="Arial" panose="020B0604020202020204" pitchFamily="34" charset="0"/>
              <a:buChar char="•"/>
            </a:pPr>
            <a:r>
              <a:rPr lang="es-MX" dirty="0"/>
              <a:t>Ver paginas de la empresas </a:t>
            </a:r>
          </a:p>
          <a:p>
            <a:r>
              <a:rPr lang="es-MX" dirty="0">
                <a:hlinkClick r:id="rId3"/>
              </a:rPr>
              <a:t>https://www.awwwards.com/</a:t>
            </a:r>
            <a:endParaRPr lang="es-MX" dirty="0"/>
          </a:p>
          <a:p>
            <a:endParaRPr lang="es-MX" dirty="0"/>
          </a:p>
        </p:txBody>
      </p:sp>
      <p:sp>
        <p:nvSpPr>
          <p:cNvPr id="21" name="CuadroTexto 20">
            <a:extLst>
              <a:ext uri="{FF2B5EF4-FFF2-40B4-BE49-F238E27FC236}">
                <a16:creationId xmlns:a16="http://schemas.microsoft.com/office/drawing/2014/main" id="{04FFF4F1-2AE9-9A0B-1E03-9096DD1E0C80}"/>
              </a:ext>
            </a:extLst>
          </p:cNvPr>
          <p:cNvSpPr txBox="1"/>
          <p:nvPr/>
        </p:nvSpPr>
        <p:spPr>
          <a:xfrm>
            <a:off x="158842" y="2592300"/>
            <a:ext cx="8137993" cy="1200329"/>
          </a:xfrm>
          <a:prstGeom prst="rect">
            <a:avLst/>
          </a:prstGeom>
          <a:solidFill>
            <a:schemeClr val="tx2">
              <a:lumMod val="40000"/>
              <a:lumOff val="60000"/>
            </a:schemeClr>
          </a:solidFill>
        </p:spPr>
        <p:txBody>
          <a:bodyPr wrap="square" rtlCol="0">
            <a:spAutoFit/>
          </a:bodyPr>
          <a:lstStyle/>
          <a:p>
            <a:r>
              <a:rPr lang="es-MX" dirty="0"/>
              <a:t>Colores </a:t>
            </a:r>
          </a:p>
          <a:p>
            <a:pPr marL="285750" indent="-285750">
              <a:buFont typeface="Arial" panose="020B0604020202020204" pitchFamily="34" charset="0"/>
              <a:buChar char="•"/>
            </a:pPr>
            <a:r>
              <a:rPr lang="es-MX" dirty="0"/>
              <a:t>Que tipo de colores serian buenos para la profesión a ejercer </a:t>
            </a:r>
          </a:p>
          <a:p>
            <a:pPr marL="285750" indent="-285750">
              <a:buFont typeface="Arial" panose="020B0604020202020204" pitchFamily="34" charset="0"/>
              <a:buChar char="•"/>
            </a:pPr>
            <a:r>
              <a:rPr lang="es-MX" dirty="0"/>
              <a:t>Se pueden definir por los lugares de investigación a los que asistimos </a:t>
            </a:r>
          </a:p>
          <a:p>
            <a:pPr marL="285750" indent="-285750">
              <a:buFont typeface="Arial" panose="020B0604020202020204" pitchFamily="34" charset="0"/>
              <a:buChar char="•"/>
            </a:pPr>
            <a:r>
              <a:rPr lang="es-MX" dirty="0"/>
              <a:t>Como se visualizan los integrantes del grupo en algún color </a:t>
            </a:r>
          </a:p>
        </p:txBody>
      </p:sp>
      <p:sp>
        <p:nvSpPr>
          <p:cNvPr id="22" name="CuadroTexto 21">
            <a:extLst>
              <a:ext uri="{FF2B5EF4-FFF2-40B4-BE49-F238E27FC236}">
                <a16:creationId xmlns:a16="http://schemas.microsoft.com/office/drawing/2014/main" id="{4F561117-E6CE-77B5-9AE0-D2ED6AAF605A}"/>
              </a:ext>
            </a:extLst>
          </p:cNvPr>
          <p:cNvSpPr txBox="1"/>
          <p:nvPr/>
        </p:nvSpPr>
        <p:spPr>
          <a:xfrm>
            <a:off x="4441450" y="4798096"/>
            <a:ext cx="7176808" cy="1200329"/>
          </a:xfrm>
          <a:prstGeom prst="rect">
            <a:avLst/>
          </a:prstGeom>
          <a:solidFill>
            <a:schemeClr val="tx2">
              <a:lumMod val="40000"/>
              <a:lumOff val="60000"/>
            </a:schemeClr>
          </a:solidFill>
        </p:spPr>
        <p:txBody>
          <a:bodyPr wrap="square" rtlCol="0">
            <a:spAutoFit/>
          </a:bodyPr>
          <a:lstStyle/>
          <a:p>
            <a:r>
              <a:rPr lang="es-MX" dirty="0"/>
              <a:t>Llama la </a:t>
            </a:r>
            <a:r>
              <a:rPr lang="es-MX" dirty="0" err="1"/>
              <a:t>atencion</a:t>
            </a:r>
            <a:endParaRPr lang="es-MX" dirty="0"/>
          </a:p>
          <a:p>
            <a:pPr marL="285750" indent="-285750">
              <a:buFont typeface="Arial" panose="020B0604020202020204" pitchFamily="34" charset="0"/>
              <a:buChar char="•"/>
            </a:pPr>
            <a:r>
              <a:rPr lang="es-MX" dirty="0"/>
              <a:t>Anuncios </a:t>
            </a:r>
          </a:p>
          <a:p>
            <a:pPr marL="285750" indent="-285750">
              <a:buFont typeface="Arial" panose="020B0604020202020204" pitchFamily="34" charset="0"/>
              <a:buChar char="•"/>
            </a:pPr>
            <a:r>
              <a:rPr lang="es-MX" dirty="0"/>
              <a:t>Formas de desplazar en la pagina y apartados o ventanas nuevas</a:t>
            </a:r>
          </a:p>
          <a:p>
            <a:pPr marL="285750" indent="-285750">
              <a:buFont typeface="Arial" panose="020B0604020202020204" pitchFamily="34" charset="0"/>
              <a:buChar char="•"/>
            </a:pPr>
            <a:r>
              <a:rPr lang="es-MX" dirty="0"/>
              <a:t> La calidad de imagen de cada foto color y detalles específicos </a:t>
            </a:r>
          </a:p>
        </p:txBody>
      </p:sp>
      <p:pic>
        <p:nvPicPr>
          <p:cNvPr id="24" name="Imagen 23">
            <a:extLst>
              <a:ext uri="{FF2B5EF4-FFF2-40B4-BE49-F238E27FC236}">
                <a16:creationId xmlns:a16="http://schemas.microsoft.com/office/drawing/2014/main" id="{9D5C4343-C6A1-5499-4F3F-42154F828944}"/>
              </a:ext>
            </a:extLst>
          </p:cNvPr>
          <p:cNvPicPr>
            <a:picLocks noChangeAspect="1"/>
          </p:cNvPicPr>
          <p:nvPr/>
        </p:nvPicPr>
        <p:blipFill>
          <a:blip r:embed="rId4"/>
          <a:stretch>
            <a:fillRect/>
          </a:stretch>
        </p:blipFill>
        <p:spPr>
          <a:xfrm>
            <a:off x="336176" y="514306"/>
            <a:ext cx="4538879" cy="1108331"/>
          </a:xfrm>
          <a:prstGeom prst="rect">
            <a:avLst/>
          </a:prstGeom>
        </p:spPr>
      </p:pic>
      <p:pic>
        <p:nvPicPr>
          <p:cNvPr id="26" name="Imagen 25">
            <a:extLst>
              <a:ext uri="{FF2B5EF4-FFF2-40B4-BE49-F238E27FC236}">
                <a16:creationId xmlns:a16="http://schemas.microsoft.com/office/drawing/2014/main" id="{5F664A42-E03D-EAA2-D6CE-C6DA88EE50EC}"/>
              </a:ext>
            </a:extLst>
          </p:cNvPr>
          <p:cNvPicPr>
            <a:picLocks noChangeAspect="1"/>
          </p:cNvPicPr>
          <p:nvPr/>
        </p:nvPicPr>
        <p:blipFill>
          <a:blip r:embed="rId5"/>
          <a:stretch>
            <a:fillRect/>
          </a:stretch>
        </p:blipFill>
        <p:spPr>
          <a:xfrm>
            <a:off x="7719132" y="2170500"/>
            <a:ext cx="4314026" cy="2488089"/>
          </a:xfrm>
          <a:prstGeom prst="rect">
            <a:avLst/>
          </a:prstGeom>
        </p:spPr>
      </p:pic>
      <p:pic>
        <p:nvPicPr>
          <p:cNvPr id="28" name="Imagen 27">
            <a:extLst>
              <a:ext uri="{FF2B5EF4-FFF2-40B4-BE49-F238E27FC236}">
                <a16:creationId xmlns:a16="http://schemas.microsoft.com/office/drawing/2014/main" id="{9DC836C5-0C69-CC85-6DB1-1DA865242219}"/>
              </a:ext>
            </a:extLst>
          </p:cNvPr>
          <p:cNvPicPr>
            <a:picLocks noChangeAspect="1"/>
          </p:cNvPicPr>
          <p:nvPr/>
        </p:nvPicPr>
        <p:blipFill>
          <a:blip r:embed="rId6"/>
          <a:stretch>
            <a:fillRect/>
          </a:stretch>
        </p:blipFill>
        <p:spPr>
          <a:xfrm>
            <a:off x="142327" y="3990327"/>
            <a:ext cx="4134946" cy="2704254"/>
          </a:xfrm>
          <a:prstGeom prst="rect">
            <a:avLst/>
          </a:prstGeom>
        </p:spPr>
      </p:pic>
    </p:spTree>
    <p:extLst>
      <p:ext uri="{BB962C8B-B14F-4D97-AF65-F5344CB8AC3E}">
        <p14:creationId xmlns:p14="http://schemas.microsoft.com/office/powerpoint/2010/main" val="17778598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031FE9-9059-4FE8-B4AC-9771F23A1B89}"/>
              </a:ext>
            </a:extLst>
          </p:cNvPr>
          <p:cNvSpPr>
            <a:spLocks noGrp="1"/>
          </p:cNvSpPr>
          <p:nvPr>
            <p:ph type="title"/>
          </p:nvPr>
        </p:nvSpPr>
        <p:spPr>
          <a:xfrm>
            <a:off x="1885156" y="892177"/>
            <a:ext cx="8421688" cy="1325563"/>
          </a:xfrm>
        </p:spPr>
        <p:txBody>
          <a:bodyPr rtlCol="0"/>
          <a:lstStyle/>
          <a:p>
            <a:pPr rtl="0"/>
            <a:r>
              <a:rPr lang="es-MX" dirty="0"/>
              <a:t>Donde se diseñara </a:t>
            </a:r>
          </a:p>
        </p:txBody>
      </p:sp>
      <p:sp>
        <p:nvSpPr>
          <p:cNvPr id="80" name="Marcador de fecha 79">
            <a:extLst>
              <a:ext uri="{FF2B5EF4-FFF2-40B4-BE49-F238E27FC236}">
                <a16:creationId xmlns:a16="http://schemas.microsoft.com/office/drawing/2014/main" id="{BC1F9D86-85D8-4FD0-B0D3-47D778722782}"/>
              </a:ext>
            </a:extLst>
          </p:cNvPr>
          <p:cNvSpPr>
            <a:spLocks noGrp="1"/>
          </p:cNvSpPr>
          <p:nvPr>
            <p:ph type="dt" sz="half" idx="20"/>
          </p:nvPr>
        </p:nvSpPr>
        <p:spPr>
          <a:xfrm>
            <a:off x="838200" y="6356350"/>
            <a:ext cx="2743200" cy="365125"/>
          </a:xfrm>
        </p:spPr>
        <p:txBody>
          <a:bodyPr rtlCol="0"/>
          <a:lstStyle/>
          <a:p>
            <a:pPr rtl="0"/>
            <a:r>
              <a:rPr lang="es-MX"/>
              <a:t>20XX</a:t>
            </a:r>
          </a:p>
        </p:txBody>
      </p:sp>
      <p:sp>
        <p:nvSpPr>
          <p:cNvPr id="81" name="Marcador de pie de página 80">
            <a:extLst>
              <a:ext uri="{FF2B5EF4-FFF2-40B4-BE49-F238E27FC236}">
                <a16:creationId xmlns:a16="http://schemas.microsoft.com/office/drawing/2014/main" id="{E94F1D24-E4A1-4B59-B57E-A28453963B88}"/>
              </a:ext>
            </a:extLst>
          </p:cNvPr>
          <p:cNvSpPr>
            <a:spLocks noGrp="1"/>
          </p:cNvSpPr>
          <p:nvPr>
            <p:ph type="ftr" sz="quarter" idx="21"/>
          </p:nvPr>
        </p:nvSpPr>
        <p:spPr>
          <a:xfrm>
            <a:off x="4038600" y="6356350"/>
            <a:ext cx="4114800" cy="365125"/>
          </a:xfrm>
        </p:spPr>
        <p:txBody>
          <a:bodyPr rtlCol="0"/>
          <a:lstStyle/>
          <a:p>
            <a:pPr rtl="0"/>
            <a:r>
              <a:rPr lang="es-MX"/>
              <a:t>Presentación de lanzamiento</a:t>
            </a:r>
          </a:p>
        </p:txBody>
      </p:sp>
      <p:sp>
        <p:nvSpPr>
          <p:cNvPr id="27" name="CuadroTexto 26">
            <a:extLst>
              <a:ext uri="{FF2B5EF4-FFF2-40B4-BE49-F238E27FC236}">
                <a16:creationId xmlns:a16="http://schemas.microsoft.com/office/drawing/2014/main" id="{B2835CE3-A8DE-BE4C-DC3B-0D0025D0E756}"/>
              </a:ext>
            </a:extLst>
          </p:cNvPr>
          <p:cNvSpPr txBox="1"/>
          <p:nvPr/>
        </p:nvSpPr>
        <p:spPr>
          <a:xfrm>
            <a:off x="578225" y="1775012"/>
            <a:ext cx="10771094" cy="3929281"/>
          </a:xfrm>
          <a:prstGeom prst="rect">
            <a:avLst/>
          </a:prstGeom>
          <a:noFill/>
        </p:spPr>
        <p:txBody>
          <a:bodyPr wrap="square" rtlCol="0">
            <a:spAutoFit/>
          </a:bodyPr>
          <a:lstStyle/>
          <a:p>
            <a:r>
              <a:rPr lang="es-MX" sz="2000" b="0" i="0" dirty="0">
                <a:solidFill>
                  <a:schemeClr val="bg2"/>
                </a:solidFill>
                <a:effectLst/>
                <a:latin typeface="Muli"/>
              </a:rPr>
              <a:t>WordPress, un </a:t>
            </a:r>
            <a:r>
              <a:rPr lang="es-MX" sz="2000" b="1" i="0" dirty="0">
                <a:solidFill>
                  <a:schemeClr val="bg2"/>
                </a:solidFill>
                <a:effectLst/>
                <a:latin typeface="Muli"/>
                <a:hlinkClick r:id="rId3">
                  <a:extLst>
                    <a:ext uri="{A12FA001-AC4F-418D-AE19-62706E023703}">
                      <ahyp:hlinkClr xmlns:ahyp="http://schemas.microsoft.com/office/drawing/2018/hyperlinkcolor" val="tx"/>
                    </a:ext>
                  </a:extLst>
                </a:hlinkClick>
              </a:rPr>
              <a:t>sistema de gestión de contenidos</a:t>
            </a:r>
            <a:r>
              <a:rPr lang="es-MX" sz="2000" b="0" i="0" dirty="0">
                <a:solidFill>
                  <a:schemeClr val="bg2"/>
                </a:solidFill>
                <a:effectLst/>
                <a:latin typeface="Muli"/>
              </a:rPr>
              <a:t> (CMS). Es ideal para crear varios tipos de sitios web, desde currículos digitales y directorios en línea hasta grandes </a:t>
            </a:r>
            <a:r>
              <a:rPr lang="es-MX" sz="2000" b="1" i="0" dirty="0">
                <a:solidFill>
                  <a:srgbClr val="0563C1"/>
                </a:solidFill>
                <a:effectLst/>
                <a:latin typeface="Muli"/>
                <a:hlinkClick r:id="rId4">
                  <a:extLst>
                    <a:ext uri="{A12FA001-AC4F-418D-AE19-62706E023703}">
                      <ahyp:hlinkClr xmlns:ahyp="http://schemas.microsoft.com/office/drawing/2018/hyperlinkcolor" val="tx"/>
                    </a:ext>
                  </a:extLst>
                </a:hlinkClick>
              </a:rPr>
              <a:t>tiendas de </a:t>
            </a:r>
            <a:r>
              <a:rPr lang="es-MX" sz="2000" b="1" i="0" dirty="0" err="1">
                <a:solidFill>
                  <a:schemeClr val="bg2"/>
                </a:solidFill>
                <a:effectLst/>
                <a:latin typeface="Muli"/>
                <a:hlinkClick r:id="rId4">
                  <a:extLst>
                    <a:ext uri="{A12FA001-AC4F-418D-AE19-62706E023703}">
                      <ahyp:hlinkClr xmlns:ahyp="http://schemas.microsoft.com/office/drawing/2018/hyperlinkcolor" val="tx"/>
                    </a:ext>
                  </a:extLst>
                </a:hlinkClick>
              </a:rPr>
              <a:t>eCommerce</a:t>
            </a:r>
            <a:r>
              <a:rPr lang="es-MX" sz="2000" b="0" i="0" dirty="0">
                <a:solidFill>
                  <a:schemeClr val="bg2"/>
                </a:solidFill>
                <a:effectLst/>
                <a:latin typeface="Muli"/>
              </a:rPr>
              <a:t>.</a:t>
            </a:r>
          </a:p>
          <a:p>
            <a:pPr algn="l">
              <a:lnSpc>
                <a:spcPts val="1950"/>
              </a:lnSpc>
            </a:pPr>
            <a:r>
              <a:rPr lang="es-MX" sz="2000" b="0" i="0" dirty="0">
                <a:solidFill>
                  <a:schemeClr val="bg2"/>
                </a:solidFill>
                <a:effectLst/>
                <a:latin typeface="Muli"/>
              </a:rPr>
              <a:t> WordPress requiere adquirir un servicio de </a:t>
            </a:r>
            <a:r>
              <a:rPr lang="es-MX" sz="2000" b="1" i="0" dirty="0">
                <a:solidFill>
                  <a:schemeClr val="bg2"/>
                </a:solidFill>
                <a:effectLst/>
                <a:latin typeface="Muli"/>
                <a:hlinkClick r:id="rId5">
                  <a:extLst>
                    <a:ext uri="{A12FA001-AC4F-418D-AE19-62706E023703}">
                      <ahyp:hlinkClr xmlns:ahyp="http://schemas.microsoft.com/office/drawing/2018/hyperlinkcolor" val="tx"/>
                    </a:ext>
                  </a:extLst>
                </a:hlinkClick>
              </a:rPr>
              <a:t>web host</a:t>
            </a:r>
            <a:r>
              <a:rPr lang="es-MX" sz="2000" b="0" i="0" dirty="0">
                <a:solidFill>
                  <a:schemeClr val="bg2"/>
                </a:solidFill>
                <a:effectLst/>
                <a:latin typeface="Muli"/>
              </a:rPr>
              <a:t> para que el sitio esté disponible al público. Para un proyecto personal o de un pequeño negocio, un servicio de alojamiento compartido debería ser suficiente.</a:t>
            </a:r>
          </a:p>
          <a:p>
            <a:pPr algn="l">
              <a:lnSpc>
                <a:spcPts val="1950"/>
              </a:lnSpc>
            </a:pPr>
            <a:r>
              <a:rPr lang="es-MX" sz="2000" b="0" i="0" dirty="0">
                <a:solidFill>
                  <a:schemeClr val="bg2"/>
                </a:solidFill>
                <a:effectLst/>
                <a:latin typeface="Muli"/>
              </a:rPr>
              <a:t>Incluso puedes utilizar un </a:t>
            </a:r>
            <a:r>
              <a:rPr lang="es-MX" sz="2000" b="1" i="0" dirty="0">
                <a:solidFill>
                  <a:schemeClr val="bg2"/>
                </a:solidFill>
                <a:effectLst/>
                <a:latin typeface="Muli"/>
                <a:hlinkClick r:id="rId6">
                  <a:extLst>
                    <a:ext uri="{A12FA001-AC4F-418D-AE19-62706E023703}">
                      <ahyp:hlinkClr xmlns:ahyp="http://schemas.microsoft.com/office/drawing/2018/hyperlinkcolor" val="tx"/>
                    </a:ext>
                  </a:extLst>
                </a:hlinkClick>
              </a:rPr>
              <a:t>hosting gratis</a:t>
            </a:r>
            <a:r>
              <a:rPr lang="es-MX" sz="2000" b="0" i="0" dirty="0">
                <a:solidFill>
                  <a:schemeClr val="bg2"/>
                </a:solidFill>
                <a:effectLst/>
                <a:latin typeface="Muli"/>
              </a:rPr>
              <a:t> para tu primer proyecto y probar todo lo que quieras y luego pasarte a un plan pago.</a:t>
            </a:r>
          </a:p>
          <a:p>
            <a:pPr algn="l">
              <a:lnSpc>
                <a:spcPts val="1950"/>
              </a:lnSpc>
            </a:pPr>
            <a:r>
              <a:rPr lang="es-MX" sz="2000" b="0" i="0" dirty="0">
                <a:solidFill>
                  <a:schemeClr val="bg2"/>
                </a:solidFill>
                <a:effectLst/>
                <a:latin typeface="Muli"/>
              </a:rPr>
              <a:t>En Hostinger, nuestros planes de alojamiento compartido van desde </a:t>
            </a:r>
            <a:r>
              <a:rPr lang="es-MX" sz="2000" b="1" i="0" dirty="0">
                <a:solidFill>
                  <a:schemeClr val="bg2"/>
                </a:solidFill>
                <a:effectLst/>
                <a:latin typeface="Muli"/>
              </a:rPr>
              <a:t>MX$ 24.99</a:t>
            </a:r>
            <a:r>
              <a:rPr lang="es-MX" sz="2000" b="0" i="0" dirty="0">
                <a:solidFill>
                  <a:schemeClr val="bg2"/>
                </a:solidFill>
                <a:effectLst/>
                <a:latin typeface="Muli"/>
              </a:rPr>
              <a:t> hasta </a:t>
            </a:r>
            <a:r>
              <a:rPr lang="es-MX" sz="2000" b="1" i="0" dirty="0">
                <a:solidFill>
                  <a:schemeClr val="bg2"/>
                </a:solidFill>
                <a:effectLst/>
                <a:latin typeface="Muli"/>
              </a:rPr>
              <a:t>MX$ 64.99 por mes</a:t>
            </a:r>
            <a:r>
              <a:rPr lang="es-MX" sz="2000" b="0" i="0" dirty="0">
                <a:solidFill>
                  <a:schemeClr val="bg2"/>
                </a:solidFill>
                <a:effectLst/>
                <a:latin typeface="Muli"/>
              </a:rPr>
              <a:t>. Todas las suscripciones incluyen la garantía de tiempo de disponibilidad del </a:t>
            </a:r>
            <a:r>
              <a:rPr lang="es-MX" sz="2000" b="1" i="0" dirty="0">
                <a:solidFill>
                  <a:schemeClr val="bg2"/>
                </a:solidFill>
                <a:effectLst/>
                <a:latin typeface="Muli"/>
              </a:rPr>
              <a:t>99,9%</a:t>
            </a:r>
            <a:r>
              <a:rPr lang="es-MX" sz="2000" b="0" i="0" dirty="0">
                <a:solidFill>
                  <a:schemeClr val="bg2"/>
                </a:solidFill>
                <a:effectLst/>
                <a:latin typeface="Muli"/>
              </a:rPr>
              <a:t>, certificados SSL </a:t>
            </a:r>
            <a:r>
              <a:rPr lang="es-MX" sz="2000" b="1" i="0" dirty="0">
                <a:solidFill>
                  <a:schemeClr val="bg2"/>
                </a:solidFill>
                <a:effectLst/>
                <a:latin typeface="Muli"/>
              </a:rPr>
              <a:t>gratuitos</a:t>
            </a:r>
            <a:r>
              <a:rPr lang="es-MX" sz="2000" b="0" i="0" dirty="0">
                <a:solidFill>
                  <a:schemeClr val="bg2"/>
                </a:solidFill>
                <a:effectLst/>
                <a:latin typeface="Muli"/>
              </a:rPr>
              <a:t> y copias de seguridad periódicas para mantener los archivos a salvo.</a:t>
            </a:r>
          </a:p>
          <a:p>
            <a:r>
              <a:rPr lang="es-MX" dirty="0">
                <a:hlinkClick r:id="rId7"/>
              </a:rPr>
              <a:t>https://wordpress.com/es/</a:t>
            </a:r>
            <a:endParaRPr lang="es-MX" dirty="0"/>
          </a:p>
          <a:p>
            <a:br>
              <a:rPr lang="es-MX" dirty="0">
                <a:solidFill>
                  <a:schemeClr val="bg1"/>
                </a:solidFill>
              </a:rPr>
            </a:br>
            <a:r>
              <a:rPr lang="es-MX" b="0" i="0" dirty="0">
                <a:solidFill>
                  <a:schemeClr val="bg1"/>
                </a:solidFill>
                <a:effectLst/>
                <a:latin typeface="Muli"/>
              </a:rPr>
              <a:t>Antes de usar WordPress, es bueno </a:t>
            </a:r>
            <a:r>
              <a:rPr lang="es-MX" b="1" i="0" dirty="0">
                <a:solidFill>
                  <a:schemeClr val="bg1"/>
                </a:solidFill>
                <a:effectLst/>
                <a:latin typeface="Muli"/>
                <a:hlinkClick r:id="rId8">
                  <a:extLst>
                    <a:ext uri="{A12FA001-AC4F-418D-AE19-62706E023703}">
                      <ahyp:hlinkClr xmlns:ahyp="http://schemas.microsoft.com/office/drawing/2018/hyperlinkcolor" val="tx"/>
                    </a:ext>
                  </a:extLst>
                </a:hlinkClick>
              </a:rPr>
              <a:t>aprender conocimientos básicos de código</a:t>
            </a:r>
            <a:r>
              <a:rPr lang="es-MX" b="0" i="0" dirty="0">
                <a:solidFill>
                  <a:schemeClr val="bg1"/>
                </a:solidFill>
                <a:effectLst/>
                <a:latin typeface="Muli"/>
              </a:rPr>
              <a:t> HTML y CSS, especialmente si quieres llevar el diseño de tu sitio web al siguiente nivel.</a:t>
            </a:r>
            <a:endParaRPr lang="es-MX" dirty="0">
              <a:solidFill>
                <a:schemeClr val="bg1"/>
              </a:solidFill>
            </a:endParaRPr>
          </a:p>
        </p:txBody>
      </p:sp>
    </p:spTree>
    <p:extLst>
      <p:ext uri="{BB962C8B-B14F-4D97-AF65-F5344CB8AC3E}">
        <p14:creationId xmlns:p14="http://schemas.microsoft.com/office/powerpoint/2010/main" val="1593920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Marcador de fecha 10">
            <a:extLst>
              <a:ext uri="{FF2B5EF4-FFF2-40B4-BE49-F238E27FC236}">
                <a16:creationId xmlns:a16="http://schemas.microsoft.com/office/drawing/2014/main" id="{E8B674EF-1643-952C-1F54-458D17FC8657}"/>
              </a:ext>
            </a:extLst>
          </p:cNvPr>
          <p:cNvSpPr>
            <a:spLocks noGrp="1"/>
          </p:cNvSpPr>
          <p:nvPr>
            <p:ph type="dt" sz="half" idx="20"/>
          </p:nvPr>
        </p:nvSpPr>
        <p:spPr/>
        <p:txBody>
          <a:bodyPr/>
          <a:lstStyle/>
          <a:p>
            <a:pPr rtl="0"/>
            <a:r>
              <a:rPr lang="es-MX" noProof="0"/>
              <a:t>20XX</a:t>
            </a:r>
          </a:p>
        </p:txBody>
      </p:sp>
      <p:sp>
        <p:nvSpPr>
          <p:cNvPr id="12" name="Marcador de pie de página 11">
            <a:extLst>
              <a:ext uri="{FF2B5EF4-FFF2-40B4-BE49-F238E27FC236}">
                <a16:creationId xmlns:a16="http://schemas.microsoft.com/office/drawing/2014/main" id="{CC27B01D-4598-2E40-6A7C-2ECE9B263D71}"/>
              </a:ext>
            </a:extLst>
          </p:cNvPr>
          <p:cNvSpPr>
            <a:spLocks noGrp="1"/>
          </p:cNvSpPr>
          <p:nvPr>
            <p:ph type="ftr" sz="quarter" idx="21"/>
          </p:nvPr>
        </p:nvSpPr>
        <p:spPr/>
        <p:txBody>
          <a:bodyPr/>
          <a:lstStyle/>
          <a:p>
            <a:pPr rtl="0"/>
            <a:r>
              <a:rPr lang="es-MX" noProof="0"/>
              <a:t>Presentación de lanzamiento</a:t>
            </a:r>
          </a:p>
        </p:txBody>
      </p:sp>
      <p:sp>
        <p:nvSpPr>
          <p:cNvPr id="13" name="Marcador de número de diapositiva 12">
            <a:extLst>
              <a:ext uri="{FF2B5EF4-FFF2-40B4-BE49-F238E27FC236}">
                <a16:creationId xmlns:a16="http://schemas.microsoft.com/office/drawing/2014/main" id="{C835CE19-CE0F-B2E4-65CC-94A6D45D0B76}"/>
              </a:ext>
            </a:extLst>
          </p:cNvPr>
          <p:cNvSpPr>
            <a:spLocks noGrp="1"/>
          </p:cNvSpPr>
          <p:nvPr>
            <p:ph type="sldNum" sz="quarter" idx="22"/>
          </p:nvPr>
        </p:nvSpPr>
        <p:spPr/>
        <p:txBody>
          <a:bodyPr/>
          <a:lstStyle/>
          <a:p>
            <a:pPr rtl="0"/>
            <a:fld id="{B5CEABB6-07DC-46E8-9B57-56EC44A396E5}" type="slidenum">
              <a:rPr lang="es-MX" noProof="0" smtClean="0"/>
              <a:t>5</a:t>
            </a:fld>
            <a:endParaRPr lang="es-MX" noProof="0"/>
          </a:p>
        </p:txBody>
      </p:sp>
      <p:pic>
        <p:nvPicPr>
          <p:cNvPr id="15" name="Imagen 14">
            <a:extLst>
              <a:ext uri="{FF2B5EF4-FFF2-40B4-BE49-F238E27FC236}">
                <a16:creationId xmlns:a16="http://schemas.microsoft.com/office/drawing/2014/main" id="{292F6BE2-54E9-C28A-3FC3-D9CF263129B9}"/>
              </a:ext>
            </a:extLst>
          </p:cNvPr>
          <p:cNvPicPr>
            <a:picLocks noChangeAspect="1"/>
          </p:cNvPicPr>
          <p:nvPr/>
        </p:nvPicPr>
        <p:blipFill>
          <a:blip r:embed="rId2"/>
          <a:stretch>
            <a:fillRect/>
          </a:stretch>
        </p:blipFill>
        <p:spPr>
          <a:xfrm>
            <a:off x="558862" y="206633"/>
            <a:ext cx="3986243" cy="6149717"/>
          </a:xfrm>
          <a:prstGeom prst="rect">
            <a:avLst/>
          </a:prstGeom>
        </p:spPr>
      </p:pic>
      <p:pic>
        <p:nvPicPr>
          <p:cNvPr id="17" name="Imagen 16">
            <a:extLst>
              <a:ext uri="{FF2B5EF4-FFF2-40B4-BE49-F238E27FC236}">
                <a16:creationId xmlns:a16="http://schemas.microsoft.com/office/drawing/2014/main" id="{889B84CF-7AD6-9FD6-D051-4FA1058FCCA2}"/>
              </a:ext>
            </a:extLst>
          </p:cNvPr>
          <p:cNvPicPr>
            <a:picLocks noChangeAspect="1"/>
          </p:cNvPicPr>
          <p:nvPr/>
        </p:nvPicPr>
        <p:blipFill>
          <a:blip r:embed="rId3"/>
          <a:stretch>
            <a:fillRect/>
          </a:stretch>
        </p:blipFill>
        <p:spPr>
          <a:xfrm>
            <a:off x="6532507" y="2357"/>
            <a:ext cx="3241785" cy="6558267"/>
          </a:xfrm>
          <a:prstGeom prst="rect">
            <a:avLst/>
          </a:prstGeom>
        </p:spPr>
      </p:pic>
    </p:spTree>
    <p:extLst>
      <p:ext uri="{BB962C8B-B14F-4D97-AF65-F5344CB8AC3E}">
        <p14:creationId xmlns:p14="http://schemas.microsoft.com/office/powerpoint/2010/main" val="20777848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0A817-A308-1587-CE66-46433351944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9F7926F-ED3D-84B1-6492-1AE0D0612038}"/>
              </a:ext>
            </a:extLst>
          </p:cNvPr>
          <p:cNvSpPr>
            <a:spLocks noGrp="1"/>
          </p:cNvSpPr>
          <p:nvPr>
            <p:ph type="title"/>
          </p:nvPr>
        </p:nvSpPr>
        <p:spPr>
          <a:xfrm>
            <a:off x="1885156" y="892177"/>
            <a:ext cx="8421688" cy="1325563"/>
          </a:xfrm>
        </p:spPr>
        <p:txBody>
          <a:bodyPr rtlCol="0"/>
          <a:lstStyle/>
          <a:p>
            <a:pPr rtl="0"/>
            <a:r>
              <a:rPr lang="es-MX" dirty="0"/>
              <a:t>Donde se diseñara </a:t>
            </a:r>
          </a:p>
        </p:txBody>
      </p:sp>
      <p:sp>
        <p:nvSpPr>
          <p:cNvPr id="80" name="Marcador de fecha 79">
            <a:extLst>
              <a:ext uri="{FF2B5EF4-FFF2-40B4-BE49-F238E27FC236}">
                <a16:creationId xmlns:a16="http://schemas.microsoft.com/office/drawing/2014/main" id="{D4EF1EE7-76A3-247A-8A26-D9832056A61F}"/>
              </a:ext>
            </a:extLst>
          </p:cNvPr>
          <p:cNvSpPr>
            <a:spLocks noGrp="1"/>
          </p:cNvSpPr>
          <p:nvPr>
            <p:ph type="dt" sz="half" idx="20"/>
          </p:nvPr>
        </p:nvSpPr>
        <p:spPr>
          <a:xfrm>
            <a:off x="838200" y="6356350"/>
            <a:ext cx="2743200" cy="365125"/>
          </a:xfrm>
        </p:spPr>
        <p:txBody>
          <a:bodyPr rtlCol="0"/>
          <a:lstStyle/>
          <a:p>
            <a:pPr rtl="0"/>
            <a:r>
              <a:rPr lang="es-MX"/>
              <a:t>20XX</a:t>
            </a:r>
          </a:p>
        </p:txBody>
      </p:sp>
      <p:sp>
        <p:nvSpPr>
          <p:cNvPr id="81" name="Marcador de pie de página 80">
            <a:extLst>
              <a:ext uri="{FF2B5EF4-FFF2-40B4-BE49-F238E27FC236}">
                <a16:creationId xmlns:a16="http://schemas.microsoft.com/office/drawing/2014/main" id="{6D9398BD-5AAE-D776-0161-4B7597CCD97C}"/>
              </a:ext>
            </a:extLst>
          </p:cNvPr>
          <p:cNvSpPr>
            <a:spLocks noGrp="1"/>
          </p:cNvSpPr>
          <p:nvPr>
            <p:ph type="ftr" sz="quarter" idx="21"/>
          </p:nvPr>
        </p:nvSpPr>
        <p:spPr>
          <a:xfrm>
            <a:off x="4038600" y="6356350"/>
            <a:ext cx="4114800" cy="365125"/>
          </a:xfrm>
        </p:spPr>
        <p:txBody>
          <a:bodyPr rtlCol="0"/>
          <a:lstStyle/>
          <a:p>
            <a:pPr rtl="0"/>
            <a:r>
              <a:rPr lang="es-MX"/>
              <a:t>Presentación de lanzamiento</a:t>
            </a:r>
          </a:p>
        </p:txBody>
      </p:sp>
      <p:sp>
        <p:nvSpPr>
          <p:cNvPr id="27" name="CuadroTexto 26">
            <a:extLst>
              <a:ext uri="{FF2B5EF4-FFF2-40B4-BE49-F238E27FC236}">
                <a16:creationId xmlns:a16="http://schemas.microsoft.com/office/drawing/2014/main" id="{C7314F44-EB7E-36AE-2778-B3DDA9E7353A}"/>
              </a:ext>
            </a:extLst>
          </p:cNvPr>
          <p:cNvSpPr txBox="1"/>
          <p:nvPr/>
        </p:nvSpPr>
        <p:spPr>
          <a:xfrm>
            <a:off x="360829" y="1748117"/>
            <a:ext cx="11470341" cy="1949252"/>
          </a:xfrm>
          <a:prstGeom prst="rect">
            <a:avLst/>
          </a:prstGeom>
          <a:noFill/>
        </p:spPr>
        <p:txBody>
          <a:bodyPr wrap="square" rtlCol="0">
            <a:spAutoFit/>
          </a:bodyPr>
          <a:lstStyle/>
          <a:p>
            <a:pPr algn="l">
              <a:lnSpc>
                <a:spcPts val="1950"/>
              </a:lnSpc>
            </a:pPr>
            <a:r>
              <a:rPr lang="es-MX" sz="2000" b="0" i="0" dirty="0">
                <a:solidFill>
                  <a:schemeClr val="bg2"/>
                </a:solidFill>
                <a:effectLst/>
                <a:latin typeface="Muli"/>
              </a:rPr>
              <a:t> </a:t>
            </a:r>
            <a:r>
              <a:rPr lang="es-MX" sz="2000" b="1" i="0" dirty="0" err="1">
                <a:solidFill>
                  <a:schemeClr val="bg2"/>
                </a:solidFill>
                <a:effectLst/>
                <a:latin typeface="Muli"/>
                <a:hlinkClick r:id="rId3">
                  <a:extLst>
                    <a:ext uri="{A12FA001-AC4F-418D-AE19-62706E023703}">
                      <ahyp:hlinkClr xmlns:ahyp="http://schemas.microsoft.com/office/drawing/2018/hyperlinkcolor" val="tx"/>
                    </a:ext>
                  </a:extLst>
                </a:hlinkClick>
              </a:rPr>
              <a:t>TemplateMonster</a:t>
            </a:r>
            <a:r>
              <a:rPr lang="es-MX" sz="2000" b="0" i="0" dirty="0">
                <a:solidFill>
                  <a:schemeClr val="bg2"/>
                </a:solidFill>
                <a:effectLst/>
                <a:latin typeface="Muli"/>
              </a:rPr>
              <a:t>.</a:t>
            </a:r>
          </a:p>
          <a:p>
            <a:pPr algn="l">
              <a:lnSpc>
                <a:spcPts val="1950"/>
              </a:lnSpc>
            </a:pPr>
            <a:r>
              <a:rPr lang="es-MX" sz="2000" b="0" i="0" dirty="0">
                <a:solidFill>
                  <a:schemeClr val="bg2"/>
                </a:solidFill>
                <a:effectLst/>
                <a:latin typeface="Muli"/>
              </a:rPr>
              <a:t>El precio de un tema suele partir de </a:t>
            </a:r>
            <a:r>
              <a:rPr lang="es-MX" sz="2000" b="1" i="0" dirty="0">
                <a:solidFill>
                  <a:schemeClr val="bg2"/>
                </a:solidFill>
                <a:effectLst/>
                <a:latin typeface="Muli"/>
              </a:rPr>
              <a:t>40 dólares por licencia</a:t>
            </a:r>
            <a:r>
              <a:rPr lang="es-MX" sz="2000" b="0" i="0" dirty="0">
                <a:solidFill>
                  <a:schemeClr val="bg2"/>
                </a:solidFill>
                <a:effectLst/>
                <a:latin typeface="Muli"/>
              </a:rPr>
              <a:t> hasta cientos de dólares</a:t>
            </a:r>
          </a:p>
          <a:p>
            <a:pPr algn="l">
              <a:lnSpc>
                <a:spcPts val="1950"/>
              </a:lnSpc>
            </a:pPr>
            <a:r>
              <a:rPr lang="es-MX" sz="2000" b="0" i="0" dirty="0">
                <a:solidFill>
                  <a:srgbClr val="36344D"/>
                </a:solidFill>
                <a:effectLst/>
                <a:latin typeface="Muli"/>
              </a:rPr>
              <a:t>.</a:t>
            </a:r>
          </a:p>
          <a:p>
            <a:pPr algn="l">
              <a:lnSpc>
                <a:spcPts val="1950"/>
              </a:lnSpc>
            </a:pPr>
            <a:r>
              <a:rPr lang="es-MX" sz="2000" b="0" i="0" dirty="0">
                <a:solidFill>
                  <a:srgbClr val="0070C0"/>
                </a:solidFill>
                <a:effectLst/>
                <a:latin typeface="Muli"/>
              </a:rPr>
              <a:t>https://www.templatemonster.com/es/</a:t>
            </a:r>
          </a:p>
          <a:p>
            <a:endParaRPr lang="es-MX" dirty="0"/>
          </a:p>
          <a:p>
            <a:br>
              <a:rPr lang="es-MX" dirty="0"/>
            </a:br>
            <a:endParaRPr lang="es-MX" dirty="0"/>
          </a:p>
        </p:txBody>
      </p:sp>
    </p:spTree>
    <p:extLst>
      <p:ext uri="{BB962C8B-B14F-4D97-AF65-F5344CB8AC3E}">
        <p14:creationId xmlns:p14="http://schemas.microsoft.com/office/powerpoint/2010/main" val="26137155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031FE9-9059-4FE8-B4AC-9771F23A1B89}"/>
              </a:ext>
            </a:extLst>
          </p:cNvPr>
          <p:cNvSpPr>
            <a:spLocks noGrp="1"/>
          </p:cNvSpPr>
          <p:nvPr>
            <p:ph type="title"/>
          </p:nvPr>
        </p:nvSpPr>
        <p:spPr>
          <a:xfrm>
            <a:off x="1508760" y="4156405"/>
            <a:ext cx="3139440" cy="1325563"/>
          </a:xfrm>
        </p:spPr>
        <p:txBody>
          <a:bodyPr rtlCol="0"/>
          <a:lstStyle/>
          <a:p>
            <a:pPr rtl="0"/>
            <a:r>
              <a:rPr lang="es-MX" dirty="0"/>
              <a:t>Personalizar y apariencia</a:t>
            </a:r>
          </a:p>
        </p:txBody>
      </p:sp>
      <p:sp>
        <p:nvSpPr>
          <p:cNvPr id="20" name="Marcador de fecha 19">
            <a:extLst>
              <a:ext uri="{FF2B5EF4-FFF2-40B4-BE49-F238E27FC236}">
                <a16:creationId xmlns:a16="http://schemas.microsoft.com/office/drawing/2014/main" id="{A74D661B-510C-4CF2-BF77-3EAFB649883D}"/>
              </a:ext>
            </a:extLst>
          </p:cNvPr>
          <p:cNvSpPr>
            <a:spLocks noGrp="1"/>
          </p:cNvSpPr>
          <p:nvPr>
            <p:ph type="dt" sz="half" idx="20"/>
          </p:nvPr>
        </p:nvSpPr>
        <p:spPr>
          <a:xfrm>
            <a:off x="5919680" y="6356350"/>
            <a:ext cx="947516" cy="365125"/>
          </a:xfrm>
        </p:spPr>
        <p:txBody>
          <a:bodyPr rtlCol="0"/>
          <a:lstStyle/>
          <a:p>
            <a:pPr rtl="0"/>
            <a:r>
              <a:rPr lang="es-MX"/>
              <a:t>20XX</a:t>
            </a:r>
          </a:p>
        </p:txBody>
      </p:sp>
      <p:sp>
        <p:nvSpPr>
          <p:cNvPr id="21" name="Marcador de pie de página 20">
            <a:extLst>
              <a:ext uri="{FF2B5EF4-FFF2-40B4-BE49-F238E27FC236}">
                <a16:creationId xmlns:a16="http://schemas.microsoft.com/office/drawing/2014/main" id="{7E44CAC0-3B5A-49F6-A2CB-0BC80D111A87}"/>
              </a:ext>
            </a:extLst>
          </p:cNvPr>
          <p:cNvSpPr>
            <a:spLocks noGrp="1"/>
          </p:cNvSpPr>
          <p:nvPr>
            <p:ph type="ftr" sz="quarter" idx="21"/>
          </p:nvPr>
        </p:nvSpPr>
        <p:spPr>
          <a:xfrm>
            <a:off x="7161955" y="6356350"/>
            <a:ext cx="3243942" cy="365125"/>
          </a:xfrm>
        </p:spPr>
        <p:txBody>
          <a:bodyPr rtlCol="0"/>
          <a:lstStyle/>
          <a:p>
            <a:pPr rtl="0"/>
            <a:r>
              <a:rPr lang="es-MX"/>
              <a:t>Presentación de lanzamiento</a:t>
            </a:r>
          </a:p>
        </p:txBody>
      </p:sp>
      <p:sp>
        <p:nvSpPr>
          <p:cNvPr id="22" name="Marcador de número de diapositiva 21">
            <a:extLst>
              <a:ext uri="{FF2B5EF4-FFF2-40B4-BE49-F238E27FC236}">
                <a16:creationId xmlns:a16="http://schemas.microsoft.com/office/drawing/2014/main" id="{5D1BD041-3428-4D62-934F-F3FF6D36F90F}"/>
              </a:ext>
            </a:extLst>
          </p:cNvPr>
          <p:cNvSpPr>
            <a:spLocks noGrp="1"/>
          </p:cNvSpPr>
          <p:nvPr>
            <p:ph type="sldNum" sz="quarter" idx="22"/>
          </p:nvPr>
        </p:nvSpPr>
        <p:spPr>
          <a:xfrm>
            <a:off x="10700656" y="6356350"/>
            <a:ext cx="653143" cy="365125"/>
          </a:xfrm>
        </p:spPr>
        <p:txBody>
          <a:bodyPr rtlCol="0"/>
          <a:lstStyle/>
          <a:p>
            <a:pPr rtl="0"/>
            <a:fld id="{B5CEABB6-07DC-46E8-9B57-56EC44A396E5}" type="slidenum">
              <a:rPr lang="es-MX" smtClean="0"/>
              <a:pPr rtl="0"/>
              <a:t>7</a:t>
            </a:fld>
            <a:endParaRPr lang="es-MX"/>
          </a:p>
        </p:txBody>
      </p:sp>
      <p:sp>
        <p:nvSpPr>
          <p:cNvPr id="30" name="CuadroTexto 29">
            <a:extLst>
              <a:ext uri="{FF2B5EF4-FFF2-40B4-BE49-F238E27FC236}">
                <a16:creationId xmlns:a16="http://schemas.microsoft.com/office/drawing/2014/main" id="{0BFFBEC9-5BC3-40E5-6B0B-FBBEE9841B33}"/>
              </a:ext>
            </a:extLst>
          </p:cNvPr>
          <p:cNvSpPr txBox="1"/>
          <p:nvPr/>
        </p:nvSpPr>
        <p:spPr>
          <a:xfrm>
            <a:off x="5540188" y="618565"/>
            <a:ext cx="6306671" cy="1477328"/>
          </a:xfrm>
          <a:prstGeom prst="rect">
            <a:avLst/>
          </a:prstGeom>
          <a:noFill/>
        </p:spPr>
        <p:txBody>
          <a:bodyPr wrap="square" rtlCol="0">
            <a:spAutoFit/>
          </a:bodyPr>
          <a:lstStyle/>
          <a:p>
            <a:r>
              <a:rPr lang="es-MX" dirty="0">
                <a:solidFill>
                  <a:srgbClr val="36344D"/>
                </a:solidFill>
                <a:latin typeface="Muli"/>
              </a:rPr>
              <a:t>L</a:t>
            </a:r>
            <a:r>
              <a:rPr lang="es-MX" b="0" i="0" dirty="0">
                <a:solidFill>
                  <a:srgbClr val="36344D"/>
                </a:solidFill>
                <a:effectLst/>
                <a:latin typeface="Muli"/>
              </a:rPr>
              <a:t>a personalización, nos centraremos primero en la </a:t>
            </a:r>
            <a:r>
              <a:rPr lang="es-MX" b="1" i="0" dirty="0">
                <a:solidFill>
                  <a:srgbClr val="36344D"/>
                </a:solidFill>
                <a:effectLst/>
                <a:latin typeface="Muli"/>
              </a:rPr>
              <a:t>combinación de colores</a:t>
            </a:r>
            <a:r>
              <a:rPr lang="es-MX" b="0" i="0" dirty="0">
                <a:solidFill>
                  <a:srgbClr val="36344D"/>
                </a:solidFill>
                <a:effectLst/>
                <a:latin typeface="Muli"/>
              </a:rPr>
              <a:t>. Empecemos por elegir el color dominante, que es el que mejor representa tu identidad personal o de negocio.</a:t>
            </a:r>
          </a:p>
          <a:p>
            <a:r>
              <a:rPr lang="es-MX" dirty="0">
                <a:hlinkClick r:id="rId3"/>
              </a:rPr>
              <a:t>https://www.canva.com/es_mx/aprende/psicologia-del-color/</a:t>
            </a:r>
            <a:endParaRPr lang="es-MX" dirty="0">
              <a:solidFill>
                <a:srgbClr val="36344D"/>
              </a:solidFill>
              <a:latin typeface="Muli"/>
            </a:endParaRPr>
          </a:p>
          <a:p>
            <a:endParaRPr lang="es-MX" dirty="0"/>
          </a:p>
        </p:txBody>
      </p:sp>
      <p:pic>
        <p:nvPicPr>
          <p:cNvPr id="32" name="Imagen 31">
            <a:extLst>
              <a:ext uri="{FF2B5EF4-FFF2-40B4-BE49-F238E27FC236}">
                <a16:creationId xmlns:a16="http://schemas.microsoft.com/office/drawing/2014/main" id="{BF25FD30-D10A-139B-C3C1-8B596A0632BD}"/>
              </a:ext>
            </a:extLst>
          </p:cNvPr>
          <p:cNvPicPr>
            <a:picLocks noChangeAspect="1"/>
          </p:cNvPicPr>
          <p:nvPr/>
        </p:nvPicPr>
        <p:blipFill>
          <a:blip r:embed="rId4"/>
          <a:stretch>
            <a:fillRect/>
          </a:stretch>
        </p:blipFill>
        <p:spPr>
          <a:xfrm>
            <a:off x="4864060" y="1963826"/>
            <a:ext cx="6982799" cy="4086795"/>
          </a:xfrm>
          <a:prstGeom prst="rect">
            <a:avLst/>
          </a:prstGeom>
        </p:spPr>
      </p:pic>
    </p:spTree>
    <p:extLst>
      <p:ext uri="{BB962C8B-B14F-4D97-AF65-F5344CB8AC3E}">
        <p14:creationId xmlns:p14="http://schemas.microsoft.com/office/powerpoint/2010/main" val="18449418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7E1C88-627C-4655-A4FB-0BB02EDB078A}"/>
              </a:ext>
            </a:extLst>
          </p:cNvPr>
          <p:cNvSpPr>
            <a:spLocks noGrp="1"/>
          </p:cNvSpPr>
          <p:nvPr>
            <p:ph type="title"/>
          </p:nvPr>
        </p:nvSpPr>
        <p:spPr>
          <a:xfrm>
            <a:off x="1250203" y="852717"/>
            <a:ext cx="5111750" cy="1204912"/>
          </a:xfrm>
        </p:spPr>
        <p:txBody>
          <a:bodyPr rtlCol="0">
            <a:normAutofit/>
          </a:bodyPr>
          <a:lstStyle/>
          <a:p>
            <a:pPr algn="l">
              <a:lnSpc>
                <a:spcPts val="2700"/>
              </a:lnSpc>
              <a:spcBef>
                <a:spcPts val="1875"/>
              </a:spcBef>
              <a:spcAft>
                <a:spcPts val="1125"/>
              </a:spcAft>
            </a:pPr>
            <a:r>
              <a:rPr lang="es-MX" b="1" i="0" dirty="0">
                <a:solidFill>
                  <a:srgbClr val="2F1C6A"/>
                </a:solidFill>
                <a:effectLst/>
                <a:latin typeface="Muli"/>
              </a:rPr>
              <a:t>Configurar las páginas esenciales</a:t>
            </a:r>
            <a:br>
              <a:rPr lang="es-MX" b="1" i="0" dirty="0">
                <a:solidFill>
                  <a:srgbClr val="2F1C6A"/>
                </a:solidFill>
                <a:effectLst/>
                <a:latin typeface="Muli"/>
              </a:rPr>
            </a:br>
            <a:endParaRPr lang="es-MX" b="0" i="0" dirty="0">
              <a:solidFill>
                <a:srgbClr val="36344D"/>
              </a:solidFill>
              <a:effectLst/>
              <a:latin typeface="Muli"/>
            </a:endParaRPr>
          </a:p>
        </p:txBody>
      </p:sp>
      <p:sp>
        <p:nvSpPr>
          <p:cNvPr id="3" name="Marcador de contenido 2">
            <a:extLst>
              <a:ext uri="{FF2B5EF4-FFF2-40B4-BE49-F238E27FC236}">
                <a16:creationId xmlns:a16="http://schemas.microsoft.com/office/drawing/2014/main" id="{033634FE-ADF0-4BC3-A0A9-447EA9DD096B}"/>
              </a:ext>
            </a:extLst>
          </p:cNvPr>
          <p:cNvSpPr>
            <a:spLocks noGrp="1"/>
          </p:cNvSpPr>
          <p:nvPr>
            <p:ph type="body" idx="1"/>
          </p:nvPr>
        </p:nvSpPr>
        <p:spPr>
          <a:xfrm>
            <a:off x="345421" y="1896081"/>
            <a:ext cx="6921313" cy="3065838"/>
          </a:xfrm>
        </p:spPr>
        <p:txBody>
          <a:bodyPr vert="horz" lIns="91440" tIns="45720" rIns="91440" bIns="45720" rtlCol="0" anchor="t">
            <a:normAutofit/>
          </a:bodyPr>
          <a:lstStyle/>
          <a:p>
            <a:pPr rtl="0"/>
            <a:r>
              <a:rPr lang="es-MX" sz="2400" b="0" i="0" dirty="0">
                <a:solidFill>
                  <a:srgbClr val="36344D"/>
                </a:solidFill>
                <a:effectLst/>
                <a:latin typeface="Muli"/>
              </a:rPr>
              <a:t>Por lo general, un sitio web contiene las siguientes páginas:</a:t>
            </a:r>
            <a:br>
              <a:rPr lang="es-MX" sz="2400" b="0" i="0" dirty="0">
                <a:solidFill>
                  <a:srgbClr val="36344D"/>
                </a:solidFill>
                <a:effectLst/>
                <a:latin typeface="Muli"/>
              </a:rPr>
            </a:br>
            <a:r>
              <a:rPr lang="es-MX" sz="2400" b="0" i="0" dirty="0">
                <a:solidFill>
                  <a:srgbClr val="36344D"/>
                </a:solidFill>
                <a:effectLst/>
                <a:latin typeface="Muli"/>
              </a:rPr>
              <a:t>-Página de inicio</a:t>
            </a:r>
            <a:br>
              <a:rPr lang="es-MX" sz="2400" b="0" i="0" dirty="0">
                <a:solidFill>
                  <a:srgbClr val="36344D"/>
                </a:solidFill>
                <a:effectLst/>
                <a:latin typeface="Muli"/>
              </a:rPr>
            </a:br>
            <a:r>
              <a:rPr lang="es-MX" sz="2400" b="0" i="0" dirty="0">
                <a:solidFill>
                  <a:srgbClr val="36344D"/>
                </a:solidFill>
                <a:effectLst/>
                <a:latin typeface="Muli"/>
              </a:rPr>
              <a:t>-Sobre nosotros</a:t>
            </a:r>
            <a:br>
              <a:rPr lang="es-MX" sz="2400" b="0" i="0" dirty="0">
                <a:solidFill>
                  <a:srgbClr val="36344D"/>
                </a:solidFill>
                <a:effectLst/>
                <a:latin typeface="Muli"/>
              </a:rPr>
            </a:br>
            <a:r>
              <a:rPr lang="es-MX" sz="2400" b="0" i="0" dirty="0">
                <a:solidFill>
                  <a:srgbClr val="36344D"/>
                </a:solidFill>
                <a:effectLst/>
                <a:latin typeface="Muli"/>
              </a:rPr>
              <a:t>-Contacto</a:t>
            </a:r>
            <a:br>
              <a:rPr lang="es-MX" sz="2400" b="0" i="0" dirty="0">
                <a:solidFill>
                  <a:srgbClr val="36344D"/>
                </a:solidFill>
                <a:effectLst/>
                <a:latin typeface="Muli"/>
              </a:rPr>
            </a:br>
            <a:r>
              <a:rPr lang="es-MX" sz="2400" b="0" i="0" dirty="0">
                <a:solidFill>
                  <a:srgbClr val="36344D"/>
                </a:solidFill>
                <a:effectLst/>
                <a:latin typeface="Muli"/>
              </a:rPr>
              <a:t>-Blog</a:t>
            </a:r>
            <a:br>
              <a:rPr lang="es-MX" sz="2400" b="0" i="0" dirty="0">
                <a:solidFill>
                  <a:srgbClr val="36344D"/>
                </a:solidFill>
                <a:effectLst/>
                <a:latin typeface="Muli"/>
              </a:rPr>
            </a:br>
            <a:r>
              <a:rPr lang="es-MX" sz="2400" b="0" i="0" dirty="0">
                <a:solidFill>
                  <a:srgbClr val="36344D"/>
                </a:solidFill>
                <a:effectLst/>
                <a:latin typeface="Muli"/>
              </a:rPr>
              <a:t>-Producto o servicio</a:t>
            </a:r>
          </a:p>
          <a:p>
            <a:pPr rtl="0"/>
            <a:endParaRPr lang="es-MX" sz="2400" noProof="1"/>
          </a:p>
        </p:txBody>
      </p:sp>
      <p:sp>
        <p:nvSpPr>
          <p:cNvPr id="4" name="Marcador de fecha 3">
            <a:extLst>
              <a:ext uri="{FF2B5EF4-FFF2-40B4-BE49-F238E27FC236}">
                <a16:creationId xmlns:a16="http://schemas.microsoft.com/office/drawing/2014/main" id="{5C2ACA2A-6BBE-47CF-B76F-F56C9DBF77E6}"/>
              </a:ext>
            </a:extLst>
          </p:cNvPr>
          <p:cNvSpPr>
            <a:spLocks noGrp="1"/>
          </p:cNvSpPr>
          <p:nvPr>
            <p:ph type="dt" sz="half" idx="10"/>
          </p:nvPr>
        </p:nvSpPr>
        <p:spPr>
          <a:xfrm>
            <a:off x="838200" y="6356350"/>
            <a:ext cx="2743200" cy="365125"/>
          </a:xfrm>
        </p:spPr>
        <p:txBody>
          <a:bodyPr rtlCol="0"/>
          <a:lstStyle/>
          <a:p>
            <a:pPr rtl="0"/>
            <a:r>
              <a:rPr lang="es-MX"/>
              <a:t>20XX</a:t>
            </a:r>
            <a:endParaRPr lang="es-MX" dirty="0"/>
          </a:p>
        </p:txBody>
      </p:sp>
      <p:sp>
        <p:nvSpPr>
          <p:cNvPr id="5" name="Marcador de pie de página 4">
            <a:extLst>
              <a:ext uri="{FF2B5EF4-FFF2-40B4-BE49-F238E27FC236}">
                <a16:creationId xmlns:a16="http://schemas.microsoft.com/office/drawing/2014/main" id="{396A095E-DB05-47EC-A2D5-47398A4A00B4}"/>
              </a:ext>
            </a:extLst>
          </p:cNvPr>
          <p:cNvSpPr>
            <a:spLocks noGrp="1"/>
          </p:cNvSpPr>
          <p:nvPr>
            <p:ph type="ftr" sz="quarter" idx="11"/>
          </p:nvPr>
        </p:nvSpPr>
        <p:spPr>
          <a:xfrm>
            <a:off x="5224463" y="6356350"/>
            <a:ext cx="1743075" cy="365125"/>
          </a:xfrm>
        </p:spPr>
        <p:txBody>
          <a:bodyPr rtlCol="0"/>
          <a:lstStyle/>
          <a:p>
            <a:pPr rtl="0"/>
            <a:r>
              <a:rPr lang="es-MX"/>
              <a:t>Presentación de lanzamiento</a:t>
            </a:r>
            <a:endParaRPr lang="es-MX" dirty="0"/>
          </a:p>
        </p:txBody>
      </p:sp>
      <p:sp>
        <p:nvSpPr>
          <p:cNvPr id="6" name="Marcador de número de diapositiva 5">
            <a:extLst>
              <a:ext uri="{FF2B5EF4-FFF2-40B4-BE49-F238E27FC236}">
                <a16:creationId xmlns:a16="http://schemas.microsoft.com/office/drawing/2014/main" id="{C23C3221-5F04-4CA7-A86A-EEA8566A1735}"/>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s-MX" smtClean="0"/>
              <a:pPr rtl="0"/>
              <a:t>8</a:t>
            </a:fld>
            <a:endParaRPr lang="es-MX" dirty="0"/>
          </a:p>
        </p:txBody>
      </p:sp>
      <p:pic>
        <p:nvPicPr>
          <p:cNvPr id="8" name="Imagen 7">
            <a:extLst>
              <a:ext uri="{FF2B5EF4-FFF2-40B4-BE49-F238E27FC236}">
                <a16:creationId xmlns:a16="http://schemas.microsoft.com/office/drawing/2014/main" id="{C1EAC71D-3020-507C-484F-2389C97B2C4F}"/>
              </a:ext>
            </a:extLst>
          </p:cNvPr>
          <p:cNvPicPr>
            <a:picLocks noChangeAspect="1"/>
          </p:cNvPicPr>
          <p:nvPr/>
        </p:nvPicPr>
        <p:blipFill>
          <a:blip r:embed="rId3"/>
          <a:stretch>
            <a:fillRect/>
          </a:stretch>
        </p:blipFill>
        <p:spPr>
          <a:xfrm>
            <a:off x="6054724" y="2521395"/>
            <a:ext cx="5111751" cy="4017517"/>
          </a:xfrm>
          <a:prstGeom prst="rect">
            <a:avLst/>
          </a:prstGeom>
        </p:spPr>
      </p:pic>
    </p:spTree>
    <p:extLst>
      <p:ext uri="{BB962C8B-B14F-4D97-AF65-F5344CB8AC3E}">
        <p14:creationId xmlns:p14="http://schemas.microsoft.com/office/powerpoint/2010/main" val="13463722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4E0A63-A388-49B1-A04E-27CE9BD622EF}"/>
              </a:ext>
            </a:extLst>
          </p:cNvPr>
          <p:cNvSpPr>
            <a:spLocks noGrp="1"/>
          </p:cNvSpPr>
          <p:nvPr>
            <p:ph type="title"/>
          </p:nvPr>
        </p:nvSpPr>
        <p:spPr>
          <a:xfrm>
            <a:off x="5799145" y="345947"/>
            <a:ext cx="5431971" cy="846301"/>
          </a:xfrm>
        </p:spPr>
        <p:txBody>
          <a:bodyPr rtlCol="0">
            <a:normAutofit/>
          </a:bodyPr>
          <a:lstStyle/>
          <a:p>
            <a:pPr rtl="0"/>
            <a:r>
              <a:rPr lang="es-MX" sz="3600" dirty="0"/>
              <a:t>Optimización</a:t>
            </a:r>
          </a:p>
        </p:txBody>
      </p:sp>
      <p:sp>
        <p:nvSpPr>
          <p:cNvPr id="6" name="Marcador de texto 5">
            <a:extLst>
              <a:ext uri="{FF2B5EF4-FFF2-40B4-BE49-F238E27FC236}">
                <a16:creationId xmlns:a16="http://schemas.microsoft.com/office/drawing/2014/main" id="{7640DF9D-0C9E-4C5D-9635-6B4DE10CCEE5}"/>
              </a:ext>
            </a:extLst>
          </p:cNvPr>
          <p:cNvSpPr>
            <a:spLocks noGrp="1"/>
          </p:cNvSpPr>
          <p:nvPr>
            <p:ph type="body" sz="quarter" idx="13"/>
          </p:nvPr>
        </p:nvSpPr>
        <p:spPr>
          <a:xfrm>
            <a:off x="1786103" y="900953"/>
            <a:ext cx="10244532" cy="5455397"/>
          </a:xfrm>
        </p:spPr>
        <p:txBody>
          <a:bodyPr vert="horz" lIns="91440" tIns="45720" rIns="91440" bIns="45720" rtlCol="0" anchor="t">
            <a:noAutofit/>
          </a:bodyPr>
          <a:lstStyle/>
          <a:p>
            <a:pPr rtl="0"/>
            <a:r>
              <a:rPr lang="es-MX" sz="2800" noProof="1"/>
              <a:t>Navegación</a:t>
            </a:r>
          </a:p>
          <a:p>
            <a:pPr rtl="0"/>
            <a:r>
              <a:rPr lang="es-MX" sz="2800" b="0" i="0" dirty="0">
                <a:solidFill>
                  <a:srgbClr val="36344D"/>
                </a:solidFill>
                <a:effectLst/>
                <a:latin typeface="Muli"/>
              </a:rPr>
              <a:t> </a:t>
            </a:r>
            <a:r>
              <a:rPr lang="es-MX" sz="1800" b="0" i="0" dirty="0">
                <a:solidFill>
                  <a:srgbClr val="36344D"/>
                </a:solidFill>
                <a:effectLst/>
                <a:latin typeface="Muli"/>
              </a:rPr>
              <a:t>sistema de navegación sencillo anima a los visitantes a explorar todo el contenido de tu sitio web. De este modo, pueden encontrar lo que buscan con mayor facilidad, lo que puede mejorar la tasa de conversión de tu sitio. Un método para garantizar la facilidad de navegación es utilizar una </a:t>
            </a:r>
            <a:r>
              <a:rPr lang="es-MX" sz="1800" b="1" i="0" dirty="0">
                <a:solidFill>
                  <a:srgbClr val="6747C7"/>
                </a:solidFill>
                <a:effectLst/>
                <a:latin typeface="Muli"/>
                <a:hlinkClick r:id="rId3"/>
              </a:rPr>
              <a:t>estructura de sitio plana</a:t>
            </a:r>
            <a:endParaRPr lang="es-MX" sz="1800" b="1" i="0" dirty="0">
              <a:solidFill>
                <a:srgbClr val="6747C7"/>
              </a:solidFill>
              <a:effectLst/>
              <a:latin typeface="Muli"/>
            </a:endParaRPr>
          </a:p>
          <a:p>
            <a:pPr rtl="0"/>
            <a:r>
              <a:rPr lang="es-MX" sz="1800" b="0" i="0" dirty="0">
                <a:solidFill>
                  <a:srgbClr val="36344D"/>
                </a:solidFill>
                <a:effectLst/>
                <a:latin typeface="Muli"/>
              </a:rPr>
              <a:t> </a:t>
            </a:r>
            <a:r>
              <a:rPr lang="es-MX" b="0" i="0" dirty="0">
                <a:solidFill>
                  <a:srgbClr val="36344D"/>
                </a:solidFill>
                <a:effectLst/>
                <a:latin typeface="Muli"/>
              </a:rPr>
              <a:t> </a:t>
            </a:r>
            <a:r>
              <a:rPr lang="es-MX" b="0" i="0" dirty="0">
                <a:solidFill>
                  <a:srgbClr val="36344D"/>
                </a:solidFill>
                <a:effectLst/>
                <a:latin typeface="Muli"/>
                <a:hlinkClick r:id="rId3"/>
              </a:rPr>
              <a:t>https://ahrefs.com/blog/es/arquitectura-web/</a:t>
            </a:r>
            <a:endParaRPr lang="es-MX" b="0" i="0" dirty="0">
              <a:solidFill>
                <a:srgbClr val="36344D"/>
              </a:solidFill>
              <a:effectLst/>
              <a:latin typeface="Muli"/>
            </a:endParaRPr>
          </a:p>
          <a:p>
            <a:pPr rtl="0"/>
            <a:endParaRPr lang="es-MX" sz="1800" noProof="1"/>
          </a:p>
          <a:p>
            <a:r>
              <a:rPr lang="es-MX" sz="1800" dirty="0">
                <a:solidFill>
                  <a:srgbClr val="111111"/>
                </a:solidFill>
                <a:latin typeface="gdsherpa"/>
              </a:rPr>
              <a:t>S</a:t>
            </a:r>
            <a:r>
              <a:rPr lang="es-MX" sz="1800" b="0" i="0" dirty="0">
                <a:solidFill>
                  <a:srgbClr val="111111"/>
                </a:solidFill>
                <a:effectLst/>
                <a:latin typeface="gdsherpa"/>
              </a:rPr>
              <a:t>us características y funciones no solo permite a los diseñadores crear webs más atractivas y efectivas, sino también cumplir con las expectativas y requisitos de sus clientes. </a:t>
            </a:r>
            <a:r>
              <a:rPr lang="es-MX" sz="1800" dirty="0">
                <a:solidFill>
                  <a:srgbClr val="111111"/>
                </a:solidFill>
                <a:latin typeface="gdsherpa"/>
              </a:rPr>
              <a:t>D</a:t>
            </a:r>
            <a:r>
              <a:rPr lang="es-MX" sz="1800" b="0" i="0" dirty="0">
                <a:solidFill>
                  <a:srgbClr val="111111"/>
                </a:solidFill>
                <a:effectLst/>
                <a:latin typeface="gdsherpa"/>
              </a:rPr>
              <a:t>e los</a:t>
            </a:r>
            <a:r>
              <a:rPr lang="es-MX" sz="1800" b="1" i="0" dirty="0">
                <a:solidFill>
                  <a:srgbClr val="111111"/>
                </a:solidFill>
                <a:effectLst/>
                <a:latin typeface="gdsherpa"/>
              </a:rPr>
              <a:t> tipos de patrones de diseño web</a:t>
            </a:r>
            <a:r>
              <a:rPr lang="es-MX" sz="1800" b="0" i="0" dirty="0">
                <a:solidFill>
                  <a:srgbClr val="111111"/>
                </a:solidFill>
                <a:effectLst/>
                <a:latin typeface="gdsherpa"/>
              </a:rPr>
              <a:t> tiene sus propias ventajas y aplicaciones específicas en el mundo digital.</a:t>
            </a:r>
          </a:p>
          <a:p>
            <a:endParaRPr lang="es-MX" sz="1800" dirty="0">
              <a:hlinkClick r:id="rId4"/>
            </a:endParaRPr>
          </a:p>
          <a:p>
            <a:r>
              <a:rPr lang="es-MX" sz="1800" dirty="0">
                <a:hlinkClick r:id="rId4"/>
              </a:rPr>
              <a:t>https://www.godaddy.com/resources/latam/diseno/opciones-de-disenos-para-paginas-web</a:t>
            </a:r>
            <a:endParaRPr lang="es-MX" sz="1800" dirty="0"/>
          </a:p>
          <a:p>
            <a:pPr rtl="0"/>
            <a:endParaRPr lang="es-MX" sz="1400" noProof="1"/>
          </a:p>
        </p:txBody>
      </p:sp>
      <p:sp>
        <p:nvSpPr>
          <p:cNvPr id="32" name="Marcador de fecha 31">
            <a:extLst>
              <a:ext uri="{FF2B5EF4-FFF2-40B4-BE49-F238E27FC236}">
                <a16:creationId xmlns:a16="http://schemas.microsoft.com/office/drawing/2014/main" id="{D5DB19F8-B538-4965-BA90-ED372B99F5DC}"/>
              </a:ext>
            </a:extLst>
          </p:cNvPr>
          <p:cNvSpPr>
            <a:spLocks noGrp="1"/>
          </p:cNvSpPr>
          <p:nvPr>
            <p:ph type="dt" sz="half" idx="20"/>
          </p:nvPr>
        </p:nvSpPr>
        <p:spPr>
          <a:xfrm>
            <a:off x="5919680" y="6356350"/>
            <a:ext cx="947516" cy="365125"/>
          </a:xfrm>
        </p:spPr>
        <p:txBody>
          <a:bodyPr rtlCol="0"/>
          <a:lstStyle/>
          <a:p>
            <a:pPr rtl="0"/>
            <a:r>
              <a:rPr lang="es-MX"/>
              <a:t>20XX</a:t>
            </a:r>
            <a:endParaRPr lang="es-MX" dirty="0"/>
          </a:p>
        </p:txBody>
      </p:sp>
      <p:sp>
        <p:nvSpPr>
          <p:cNvPr id="3" name="Marcador de pie de página 2">
            <a:extLst>
              <a:ext uri="{FF2B5EF4-FFF2-40B4-BE49-F238E27FC236}">
                <a16:creationId xmlns:a16="http://schemas.microsoft.com/office/drawing/2014/main" id="{005C44B1-BA82-483C-BD91-F89067442F9E}"/>
              </a:ext>
            </a:extLst>
          </p:cNvPr>
          <p:cNvSpPr>
            <a:spLocks noGrp="1"/>
          </p:cNvSpPr>
          <p:nvPr>
            <p:ph type="ftr" sz="quarter" idx="21"/>
          </p:nvPr>
        </p:nvSpPr>
        <p:spPr>
          <a:xfrm>
            <a:off x="7161955" y="6356350"/>
            <a:ext cx="3243942" cy="365125"/>
          </a:xfrm>
        </p:spPr>
        <p:txBody>
          <a:bodyPr rtlCol="0"/>
          <a:lstStyle/>
          <a:p>
            <a:pPr rtl="0"/>
            <a:r>
              <a:rPr lang="es-MX"/>
              <a:t>Presentación de lanzamiento</a:t>
            </a:r>
            <a:endParaRPr lang="es-MX" dirty="0"/>
          </a:p>
        </p:txBody>
      </p:sp>
      <p:sp>
        <p:nvSpPr>
          <p:cNvPr id="4" name="Marcador de número de diapositiva 3">
            <a:extLst>
              <a:ext uri="{FF2B5EF4-FFF2-40B4-BE49-F238E27FC236}">
                <a16:creationId xmlns:a16="http://schemas.microsoft.com/office/drawing/2014/main" id="{79ED4A67-3A46-4F54-A12A-EAE1B53E6457}"/>
              </a:ext>
            </a:extLst>
          </p:cNvPr>
          <p:cNvSpPr>
            <a:spLocks noGrp="1"/>
          </p:cNvSpPr>
          <p:nvPr>
            <p:ph type="sldNum" sz="quarter" idx="22"/>
          </p:nvPr>
        </p:nvSpPr>
        <p:spPr>
          <a:xfrm>
            <a:off x="10700656" y="6356350"/>
            <a:ext cx="653143" cy="365125"/>
          </a:xfrm>
        </p:spPr>
        <p:txBody>
          <a:bodyPr rtlCol="0"/>
          <a:lstStyle/>
          <a:p>
            <a:pPr rtl="0"/>
            <a:fld id="{19B51A1E-902D-48AF-9020-955120F399B6}" type="slidenum">
              <a:rPr lang="es-MX" smtClean="0"/>
              <a:pPr rtl="0"/>
              <a:t>9</a:t>
            </a:fld>
            <a:endParaRPr lang="es-MX" dirty="0"/>
          </a:p>
        </p:txBody>
      </p:sp>
    </p:spTree>
    <p:extLst>
      <p:ext uri="{BB962C8B-B14F-4D97-AF65-F5344CB8AC3E}">
        <p14:creationId xmlns:p14="http://schemas.microsoft.com/office/powerpoint/2010/main" val="20693930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fecha 11">
            <a:extLst>
              <a:ext uri="{FF2B5EF4-FFF2-40B4-BE49-F238E27FC236}">
                <a16:creationId xmlns:a16="http://schemas.microsoft.com/office/drawing/2014/main" id="{5909F2DC-F097-42AB-88E7-0CA09BD5E2C2}"/>
              </a:ext>
            </a:extLst>
          </p:cNvPr>
          <p:cNvSpPr>
            <a:spLocks noGrp="1"/>
          </p:cNvSpPr>
          <p:nvPr>
            <p:ph type="dt" sz="half" idx="10"/>
          </p:nvPr>
        </p:nvSpPr>
        <p:spPr>
          <a:xfrm>
            <a:off x="838200" y="6356350"/>
            <a:ext cx="2743200" cy="365125"/>
          </a:xfrm>
        </p:spPr>
        <p:txBody>
          <a:bodyPr rtlCol="0"/>
          <a:lstStyle/>
          <a:p>
            <a:pPr rtl="0"/>
            <a:r>
              <a:rPr lang="es-MX"/>
              <a:t>20XX</a:t>
            </a:r>
            <a:endParaRPr lang="es-MX" dirty="0"/>
          </a:p>
        </p:txBody>
      </p:sp>
      <p:sp>
        <p:nvSpPr>
          <p:cNvPr id="13" name="Marcador de pie de página 12">
            <a:extLst>
              <a:ext uri="{FF2B5EF4-FFF2-40B4-BE49-F238E27FC236}">
                <a16:creationId xmlns:a16="http://schemas.microsoft.com/office/drawing/2014/main" id="{F4A37AA9-0BEE-42AC-8CC0-AE5B8663553A}"/>
              </a:ext>
            </a:extLst>
          </p:cNvPr>
          <p:cNvSpPr>
            <a:spLocks noGrp="1"/>
          </p:cNvSpPr>
          <p:nvPr>
            <p:ph type="ftr" sz="quarter" idx="11"/>
          </p:nvPr>
        </p:nvSpPr>
        <p:spPr>
          <a:xfrm>
            <a:off x="4038600" y="6356350"/>
            <a:ext cx="4114800" cy="365125"/>
          </a:xfrm>
        </p:spPr>
        <p:txBody>
          <a:bodyPr rtlCol="0"/>
          <a:lstStyle/>
          <a:p>
            <a:pPr rtl="0"/>
            <a:r>
              <a:rPr lang="es-MX"/>
              <a:t>Presentación de lanzamiento</a:t>
            </a:r>
            <a:endParaRPr lang="es-MX" dirty="0"/>
          </a:p>
        </p:txBody>
      </p:sp>
      <p:sp>
        <p:nvSpPr>
          <p:cNvPr id="18" name="CuadroTexto 17">
            <a:extLst>
              <a:ext uri="{FF2B5EF4-FFF2-40B4-BE49-F238E27FC236}">
                <a16:creationId xmlns:a16="http://schemas.microsoft.com/office/drawing/2014/main" id="{5FDF072A-BCD9-639F-1D08-EC87D8AC3910}"/>
              </a:ext>
            </a:extLst>
          </p:cNvPr>
          <p:cNvSpPr txBox="1"/>
          <p:nvPr/>
        </p:nvSpPr>
        <p:spPr>
          <a:xfrm>
            <a:off x="2209800" y="1116106"/>
            <a:ext cx="9883588" cy="4493538"/>
          </a:xfrm>
          <a:prstGeom prst="rect">
            <a:avLst/>
          </a:prstGeom>
          <a:noFill/>
        </p:spPr>
        <p:txBody>
          <a:bodyPr wrap="square" rtlCol="0">
            <a:spAutoFit/>
          </a:bodyPr>
          <a:lstStyle/>
          <a:p>
            <a:pPr rtl="0"/>
            <a:r>
              <a:rPr lang="es-MX" sz="2400" noProof="1"/>
              <a:t>Jerarquia visual </a:t>
            </a:r>
          </a:p>
          <a:p>
            <a:pPr rtl="0"/>
            <a:r>
              <a:rPr lang="es-MX" sz="2400" b="0" i="0" dirty="0">
                <a:solidFill>
                  <a:srgbClr val="36344D"/>
                </a:solidFill>
                <a:effectLst/>
                <a:latin typeface="Muli"/>
              </a:rPr>
              <a:t>disposición estratégica de los elementos de la página. Su objetivo es guiar los ojos del visitante hacia la información esencial para que realice la acción deseada.</a:t>
            </a:r>
          </a:p>
          <a:p>
            <a:pPr rtl="0"/>
            <a:endParaRPr lang="es-MX" sz="2400" b="0" i="0" dirty="0">
              <a:solidFill>
                <a:srgbClr val="36344D"/>
              </a:solidFill>
              <a:effectLst/>
              <a:latin typeface="Muli"/>
            </a:endParaRPr>
          </a:p>
          <a:p>
            <a:pPr rtl="0"/>
            <a:r>
              <a:rPr lang="es-MX" sz="2400" noProof="1"/>
              <a:t>Velocidad de la pagina</a:t>
            </a:r>
          </a:p>
          <a:p>
            <a:pPr rtl="0"/>
            <a:r>
              <a:rPr lang="es-MX" sz="2400" b="0" i="0" dirty="0">
                <a:solidFill>
                  <a:srgbClr val="36344D"/>
                </a:solidFill>
                <a:effectLst/>
                <a:latin typeface="Muli"/>
              </a:rPr>
              <a:t>El tamaño de los elementos del diseño web puede tener un impacto significativo en el tiempo de carga del sitio. Por ejemplo, si una imagen tiene más de 1 MB, es probable que la velocidad se vea afectada. Google recomienda que cada página del sitio web </a:t>
            </a:r>
            <a:r>
              <a:rPr lang="es-MX" sz="2400" b="1" i="0" dirty="0">
                <a:solidFill>
                  <a:srgbClr val="36344D"/>
                </a:solidFill>
                <a:effectLst/>
                <a:latin typeface="Muli"/>
              </a:rPr>
              <a:t>no supere los 500 KB</a:t>
            </a:r>
            <a:r>
              <a:rPr lang="es-MX" sz="2400" b="0" i="0" dirty="0">
                <a:solidFill>
                  <a:srgbClr val="36344D"/>
                </a:solidFill>
                <a:effectLst/>
                <a:latin typeface="Muli"/>
              </a:rPr>
              <a:t>.</a:t>
            </a:r>
            <a:endParaRPr lang="es-MX" sz="2400" noProof="1"/>
          </a:p>
          <a:p>
            <a:pPr rtl="0"/>
            <a:endParaRPr lang="es-MX" sz="2800" noProof="1"/>
          </a:p>
          <a:p>
            <a:endParaRPr lang="es-MX" dirty="0"/>
          </a:p>
        </p:txBody>
      </p:sp>
    </p:spTree>
    <p:extLst>
      <p:ext uri="{BB962C8B-B14F-4D97-AF65-F5344CB8AC3E}">
        <p14:creationId xmlns:p14="http://schemas.microsoft.com/office/powerpoint/2010/main" val="10574093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contenido 6">
            <a:extLst>
              <a:ext uri="{FF2B5EF4-FFF2-40B4-BE49-F238E27FC236}">
                <a16:creationId xmlns:a16="http://schemas.microsoft.com/office/drawing/2014/main" id="{6B35F89A-6CDF-41F7-BD87-18B45BD7330B}"/>
              </a:ext>
            </a:extLst>
          </p:cNvPr>
          <p:cNvSpPr>
            <a:spLocks noGrp="1"/>
          </p:cNvSpPr>
          <p:nvPr>
            <p:ph sz="half" idx="2"/>
          </p:nvPr>
        </p:nvSpPr>
        <p:spPr>
          <a:xfrm>
            <a:off x="1243104" y="1425388"/>
            <a:ext cx="10213790" cy="4407086"/>
          </a:xfrm>
        </p:spPr>
        <p:txBody>
          <a:bodyPr vert="horz" lIns="91440" tIns="45720" rIns="91440" bIns="45720" rtlCol="0" anchor="t">
            <a:normAutofit/>
          </a:bodyPr>
          <a:lstStyle/>
          <a:p>
            <a:pPr rtl="0"/>
            <a:r>
              <a:rPr lang="es-MX" sz="2400" noProof="1"/>
              <a:t>Accesibilidad</a:t>
            </a:r>
          </a:p>
          <a:p>
            <a:pPr rtl="0"/>
            <a:r>
              <a:rPr lang="es-MX" sz="2400" b="0" i="0" dirty="0">
                <a:solidFill>
                  <a:srgbClr val="36344D"/>
                </a:solidFill>
                <a:effectLst/>
                <a:latin typeface="Muli"/>
              </a:rPr>
              <a:t>Para hacer un sitio web más accesible, asegúrate de leer primero las </a:t>
            </a:r>
            <a:r>
              <a:rPr lang="es-MX" sz="2400" b="1" i="0" dirty="0">
                <a:solidFill>
                  <a:srgbClr val="6747C7"/>
                </a:solidFill>
                <a:effectLst/>
                <a:latin typeface="Muli"/>
                <a:hlinkClick r:id="rId3"/>
              </a:rPr>
              <a:t>WCAG</a:t>
            </a:r>
            <a:r>
              <a:rPr lang="es-MX" sz="2400" b="0" i="0" dirty="0">
                <a:solidFill>
                  <a:srgbClr val="36344D"/>
                </a:solidFill>
                <a:effectLst/>
                <a:latin typeface="Muli"/>
              </a:rPr>
              <a:t>. Estas son las normas que determinan si un sitio es fácil de usar por todas las personas.</a:t>
            </a:r>
          </a:p>
          <a:p>
            <a:pPr rtl="0"/>
            <a:r>
              <a:rPr lang="es-MX" sz="2400" noProof="1">
                <a:hlinkClick r:id="rId3"/>
              </a:rPr>
              <a:t>https://www.w3.org/WAI/standards-guidelines/wcag/es</a:t>
            </a:r>
            <a:endParaRPr lang="es-MX" sz="2400" noProof="1">
              <a:solidFill>
                <a:srgbClr val="36344D"/>
              </a:solidFill>
              <a:latin typeface="Muli"/>
            </a:endParaRPr>
          </a:p>
          <a:p>
            <a:pPr rtl="0"/>
            <a:endParaRPr lang="es-MX" noProof="1"/>
          </a:p>
        </p:txBody>
      </p:sp>
      <p:sp>
        <p:nvSpPr>
          <p:cNvPr id="9" name="Marcador de fecha 8">
            <a:extLst>
              <a:ext uri="{FF2B5EF4-FFF2-40B4-BE49-F238E27FC236}">
                <a16:creationId xmlns:a16="http://schemas.microsoft.com/office/drawing/2014/main" id="{7B78F7A0-88C5-4940-B21C-099F472F39F9}"/>
              </a:ext>
            </a:extLst>
          </p:cNvPr>
          <p:cNvSpPr>
            <a:spLocks noGrp="1"/>
          </p:cNvSpPr>
          <p:nvPr>
            <p:ph type="dt" sz="half" idx="10"/>
          </p:nvPr>
        </p:nvSpPr>
        <p:spPr>
          <a:xfrm>
            <a:off x="838200" y="6356350"/>
            <a:ext cx="2743200" cy="365125"/>
          </a:xfrm>
        </p:spPr>
        <p:txBody>
          <a:bodyPr rtlCol="0"/>
          <a:lstStyle/>
          <a:p>
            <a:pPr rtl="0"/>
            <a:r>
              <a:rPr lang="es-MX"/>
              <a:t>20XX</a:t>
            </a:r>
            <a:endParaRPr lang="es-MX" dirty="0"/>
          </a:p>
        </p:txBody>
      </p:sp>
      <p:sp>
        <p:nvSpPr>
          <p:cNvPr id="10" name="Marcador de pie de página 9">
            <a:extLst>
              <a:ext uri="{FF2B5EF4-FFF2-40B4-BE49-F238E27FC236}">
                <a16:creationId xmlns:a16="http://schemas.microsoft.com/office/drawing/2014/main" id="{D2186069-FC8E-433D-9BB4-942220CE8CFB}"/>
              </a:ext>
            </a:extLst>
          </p:cNvPr>
          <p:cNvSpPr>
            <a:spLocks noGrp="1"/>
          </p:cNvSpPr>
          <p:nvPr>
            <p:ph type="ftr" sz="quarter" idx="11"/>
          </p:nvPr>
        </p:nvSpPr>
        <p:spPr>
          <a:xfrm>
            <a:off x="4038600" y="6356350"/>
            <a:ext cx="4114800" cy="365125"/>
          </a:xfrm>
        </p:spPr>
        <p:txBody>
          <a:bodyPr rtlCol="0"/>
          <a:lstStyle/>
          <a:p>
            <a:pPr rtl="0"/>
            <a:r>
              <a:rPr lang="es-MX"/>
              <a:t>Presentación de lanzamiento</a:t>
            </a:r>
            <a:endParaRPr lang="es-MX" dirty="0"/>
          </a:p>
        </p:txBody>
      </p:sp>
      <p:sp>
        <p:nvSpPr>
          <p:cNvPr id="11" name="Marcador de número de diapositiva 10">
            <a:extLst>
              <a:ext uri="{FF2B5EF4-FFF2-40B4-BE49-F238E27FC236}">
                <a16:creationId xmlns:a16="http://schemas.microsoft.com/office/drawing/2014/main" id="{BAD5B6F4-0A90-447A-A1AE-D75C934B6B29}"/>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s-MX" smtClean="0"/>
              <a:pPr rtl="0"/>
              <a:t>11</a:t>
            </a:fld>
            <a:endParaRPr lang="es-MX" dirty="0"/>
          </a:p>
        </p:txBody>
      </p:sp>
    </p:spTree>
    <p:extLst>
      <p:ext uri="{BB962C8B-B14F-4D97-AF65-F5344CB8AC3E}">
        <p14:creationId xmlns:p14="http://schemas.microsoft.com/office/powerpoint/2010/main" val="21211780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605AF1-623C-4E09-AB5D-8DD0571489F6}"/>
              </a:ext>
            </a:extLst>
          </p:cNvPr>
          <p:cNvSpPr>
            <a:spLocks noGrp="1"/>
          </p:cNvSpPr>
          <p:nvPr>
            <p:ph type="title"/>
          </p:nvPr>
        </p:nvSpPr>
        <p:spPr>
          <a:xfrm>
            <a:off x="5920169" y="1152771"/>
            <a:ext cx="5431971" cy="846301"/>
          </a:xfrm>
        </p:spPr>
        <p:txBody>
          <a:bodyPr rtlCol="0"/>
          <a:lstStyle/>
          <a:p>
            <a:pPr rtl="0"/>
            <a:r>
              <a:rPr lang="es-MX"/>
              <a:t>Estrategia de crecimiento</a:t>
            </a:r>
          </a:p>
        </p:txBody>
      </p:sp>
      <p:sp>
        <p:nvSpPr>
          <p:cNvPr id="3" name="Marcador de contenido 2">
            <a:extLst>
              <a:ext uri="{FF2B5EF4-FFF2-40B4-BE49-F238E27FC236}">
                <a16:creationId xmlns:a16="http://schemas.microsoft.com/office/drawing/2014/main" id="{9B1DDDEF-20C4-4F65-BAC9-0A763DF7E02B}"/>
              </a:ext>
            </a:extLst>
          </p:cNvPr>
          <p:cNvSpPr>
            <a:spLocks noGrp="1"/>
          </p:cNvSpPr>
          <p:nvPr>
            <p:ph type="body" sz="quarter" idx="13"/>
          </p:nvPr>
        </p:nvSpPr>
        <p:spPr>
          <a:xfrm>
            <a:off x="5922254" y="2469515"/>
            <a:ext cx="5433204" cy="365125"/>
          </a:xfrm>
        </p:spPr>
        <p:txBody>
          <a:bodyPr vert="horz" lIns="91440" tIns="45720" rIns="91440" bIns="45720" rtlCol="0" anchor="t">
            <a:normAutofit lnSpcReduction="10000"/>
          </a:bodyPr>
          <a:lstStyle/>
          <a:p>
            <a:pPr rtl="0"/>
            <a:r>
              <a:rPr lang="es-MX"/>
              <a:t>Feb. 20XX</a:t>
            </a:r>
          </a:p>
        </p:txBody>
      </p:sp>
      <p:sp>
        <p:nvSpPr>
          <p:cNvPr id="17" name="Marcador de texto 16">
            <a:extLst>
              <a:ext uri="{FF2B5EF4-FFF2-40B4-BE49-F238E27FC236}">
                <a16:creationId xmlns:a16="http://schemas.microsoft.com/office/drawing/2014/main" id="{24158E79-DA49-4521-BEC6-A7BA93C41F4C}"/>
              </a:ext>
            </a:extLst>
          </p:cNvPr>
          <p:cNvSpPr>
            <a:spLocks noGrp="1"/>
          </p:cNvSpPr>
          <p:nvPr>
            <p:ph type="body" sz="quarter" idx="15"/>
          </p:nvPr>
        </p:nvSpPr>
        <p:spPr>
          <a:xfrm>
            <a:off x="5921828" y="2798940"/>
            <a:ext cx="5431971" cy="557950"/>
          </a:xfrm>
        </p:spPr>
        <p:txBody>
          <a:bodyPr rtlCol="0">
            <a:normAutofit/>
          </a:bodyPr>
          <a:lstStyle/>
          <a:p>
            <a:pPr rtl="0"/>
            <a:r>
              <a:rPr lang="es-MX" dirty="0"/>
              <a:t>Implementar el producto en participantes de alto perfil o nivel para ayudar a establecer el producto.</a:t>
            </a:r>
          </a:p>
        </p:txBody>
      </p:sp>
      <p:sp>
        <p:nvSpPr>
          <p:cNvPr id="24" name="Marcador de texto 23">
            <a:extLst>
              <a:ext uri="{FF2B5EF4-FFF2-40B4-BE49-F238E27FC236}">
                <a16:creationId xmlns:a16="http://schemas.microsoft.com/office/drawing/2014/main" id="{319E41BC-4F05-4804-843A-E1846794FBF9}"/>
              </a:ext>
            </a:extLst>
          </p:cNvPr>
          <p:cNvSpPr>
            <a:spLocks noGrp="1"/>
          </p:cNvSpPr>
          <p:nvPr>
            <p:ph type="body" sz="quarter" idx="23"/>
          </p:nvPr>
        </p:nvSpPr>
        <p:spPr>
          <a:xfrm>
            <a:off x="5922254" y="3569311"/>
            <a:ext cx="5433204" cy="365125"/>
          </a:xfrm>
        </p:spPr>
        <p:txBody>
          <a:bodyPr rtlCol="0">
            <a:normAutofit lnSpcReduction="10000"/>
          </a:bodyPr>
          <a:lstStyle/>
          <a:p>
            <a:pPr rtl="0"/>
            <a:r>
              <a:rPr lang="es-MX"/>
              <a:t>Mzo. 20XX</a:t>
            </a:r>
          </a:p>
        </p:txBody>
      </p:sp>
      <p:sp>
        <p:nvSpPr>
          <p:cNvPr id="25" name="Marcador de texto 24">
            <a:extLst>
              <a:ext uri="{FF2B5EF4-FFF2-40B4-BE49-F238E27FC236}">
                <a16:creationId xmlns:a16="http://schemas.microsoft.com/office/drawing/2014/main" id="{23BDF8B9-53DF-46F4-98D4-053D78D610B0}"/>
              </a:ext>
            </a:extLst>
          </p:cNvPr>
          <p:cNvSpPr>
            <a:spLocks noGrp="1"/>
          </p:cNvSpPr>
          <p:nvPr>
            <p:ph type="body" sz="quarter" idx="24"/>
          </p:nvPr>
        </p:nvSpPr>
        <p:spPr>
          <a:xfrm>
            <a:off x="5921828" y="3898736"/>
            <a:ext cx="5431971" cy="557950"/>
          </a:xfrm>
        </p:spPr>
        <p:txBody>
          <a:bodyPr rtlCol="0"/>
          <a:lstStyle/>
          <a:p>
            <a:pPr rtl="0"/>
            <a:r>
              <a:rPr lang="es-MX" dirty="0"/>
              <a:t>Lanzar el producto para el público general y supervisar las notas de prensa y las cuentas de redes sociales.</a:t>
            </a:r>
          </a:p>
        </p:txBody>
      </p:sp>
      <p:sp>
        <p:nvSpPr>
          <p:cNvPr id="26" name="Marcador de texto 25">
            <a:extLst>
              <a:ext uri="{FF2B5EF4-FFF2-40B4-BE49-F238E27FC236}">
                <a16:creationId xmlns:a16="http://schemas.microsoft.com/office/drawing/2014/main" id="{0FD0A14C-4421-4979-AF8C-F7E649A88162}"/>
              </a:ext>
            </a:extLst>
          </p:cNvPr>
          <p:cNvSpPr>
            <a:spLocks noGrp="1"/>
          </p:cNvSpPr>
          <p:nvPr>
            <p:ph type="body" sz="quarter" idx="25"/>
          </p:nvPr>
        </p:nvSpPr>
        <p:spPr>
          <a:xfrm>
            <a:off x="5922254" y="4669107"/>
            <a:ext cx="5433204" cy="365125"/>
          </a:xfrm>
        </p:spPr>
        <p:txBody>
          <a:bodyPr rtlCol="0">
            <a:normAutofit lnSpcReduction="10000"/>
          </a:bodyPr>
          <a:lstStyle/>
          <a:p>
            <a:pPr rtl="0"/>
            <a:r>
              <a:rPr lang="es-MX"/>
              <a:t>Oct. 20XX</a:t>
            </a:r>
          </a:p>
        </p:txBody>
      </p:sp>
      <p:sp>
        <p:nvSpPr>
          <p:cNvPr id="27" name="Marcador de texto 26">
            <a:extLst>
              <a:ext uri="{FF2B5EF4-FFF2-40B4-BE49-F238E27FC236}">
                <a16:creationId xmlns:a16="http://schemas.microsoft.com/office/drawing/2014/main" id="{9C0DB469-503B-40AF-84D1-C69B085AA96F}"/>
              </a:ext>
            </a:extLst>
          </p:cNvPr>
          <p:cNvSpPr>
            <a:spLocks noGrp="1"/>
          </p:cNvSpPr>
          <p:nvPr>
            <p:ph type="body" sz="quarter" idx="26"/>
          </p:nvPr>
        </p:nvSpPr>
        <p:spPr>
          <a:xfrm>
            <a:off x="5921828" y="4998532"/>
            <a:ext cx="5431971" cy="557950"/>
          </a:xfrm>
        </p:spPr>
        <p:txBody>
          <a:bodyPr rtlCol="0">
            <a:normAutofit/>
          </a:bodyPr>
          <a:lstStyle/>
          <a:p>
            <a:pPr rtl="0"/>
            <a:r>
              <a:rPr lang="es-MX" dirty="0"/>
              <a:t>Recopilar comentarios y ajustar el diseño del producto según sea necesario.</a:t>
            </a:r>
          </a:p>
          <a:p>
            <a:pPr rtl="0"/>
            <a:endParaRPr lang="es-MX" dirty="0"/>
          </a:p>
        </p:txBody>
      </p:sp>
      <p:sp>
        <p:nvSpPr>
          <p:cNvPr id="4" name="Marcador de fecha 3">
            <a:extLst>
              <a:ext uri="{FF2B5EF4-FFF2-40B4-BE49-F238E27FC236}">
                <a16:creationId xmlns:a16="http://schemas.microsoft.com/office/drawing/2014/main" id="{7FDC0E0A-2715-4BF9-8659-0ED8629BA242}"/>
              </a:ext>
            </a:extLst>
          </p:cNvPr>
          <p:cNvSpPr>
            <a:spLocks noGrp="1"/>
          </p:cNvSpPr>
          <p:nvPr>
            <p:ph type="dt" sz="half" idx="10"/>
          </p:nvPr>
        </p:nvSpPr>
        <p:spPr>
          <a:xfrm>
            <a:off x="838200" y="6356350"/>
            <a:ext cx="2743200" cy="365125"/>
          </a:xfrm>
        </p:spPr>
        <p:txBody>
          <a:bodyPr rtlCol="0"/>
          <a:lstStyle/>
          <a:p>
            <a:pPr rtl="0"/>
            <a:r>
              <a:rPr lang="es-MX"/>
              <a:t>20XX</a:t>
            </a:r>
          </a:p>
        </p:txBody>
      </p:sp>
      <p:sp>
        <p:nvSpPr>
          <p:cNvPr id="5" name="Marcador de pie de página 4">
            <a:extLst>
              <a:ext uri="{FF2B5EF4-FFF2-40B4-BE49-F238E27FC236}">
                <a16:creationId xmlns:a16="http://schemas.microsoft.com/office/drawing/2014/main" id="{20E75224-81EB-4CDA-BBBE-44B4B2F3C039}"/>
              </a:ext>
            </a:extLst>
          </p:cNvPr>
          <p:cNvSpPr>
            <a:spLocks noGrp="1"/>
          </p:cNvSpPr>
          <p:nvPr>
            <p:ph type="ftr" sz="quarter" idx="11"/>
          </p:nvPr>
        </p:nvSpPr>
        <p:spPr>
          <a:xfrm>
            <a:off x="4038600" y="6356350"/>
            <a:ext cx="4114800" cy="365125"/>
          </a:xfrm>
        </p:spPr>
        <p:txBody>
          <a:bodyPr rtlCol="0"/>
          <a:lstStyle/>
          <a:p>
            <a:pPr rtl="0"/>
            <a:r>
              <a:rPr lang="es-MX"/>
              <a:t>Presentación de lanzamiento</a:t>
            </a:r>
          </a:p>
        </p:txBody>
      </p:sp>
      <p:sp>
        <p:nvSpPr>
          <p:cNvPr id="6" name="Marcador de número de diapositiva 5">
            <a:extLst>
              <a:ext uri="{FF2B5EF4-FFF2-40B4-BE49-F238E27FC236}">
                <a16:creationId xmlns:a16="http://schemas.microsoft.com/office/drawing/2014/main" id="{BA32F697-D1D4-4B0A-B960-D1869BF8607A}"/>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s-MX" smtClean="0"/>
              <a:pPr rtl="0"/>
              <a:t>12</a:t>
            </a:fld>
            <a:endParaRPr lang="es-MX"/>
          </a:p>
        </p:txBody>
      </p:sp>
    </p:spTree>
    <p:extLst>
      <p:ext uri="{BB962C8B-B14F-4D97-AF65-F5344CB8AC3E}">
        <p14:creationId xmlns:p14="http://schemas.microsoft.com/office/powerpoint/2010/main" val="14721061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971188AF-1B8F-40DD-90B1-DC0F52BA46BA}"/>
              </a:ext>
            </a:extLst>
          </p:cNvPr>
          <p:cNvSpPr>
            <a:spLocks noGrp="1"/>
          </p:cNvSpPr>
          <p:nvPr>
            <p:ph type="title"/>
          </p:nvPr>
        </p:nvSpPr>
        <p:spPr>
          <a:xfrm>
            <a:off x="838200" y="365125"/>
            <a:ext cx="10515600" cy="1325563"/>
          </a:xfrm>
        </p:spPr>
        <p:txBody>
          <a:bodyPr lIns="0" rtlCol="0"/>
          <a:lstStyle/>
          <a:p>
            <a:pPr rtl="0"/>
            <a:r>
              <a:rPr lang="es-MX" dirty="0"/>
              <a:t>AVANCE</a:t>
            </a:r>
          </a:p>
        </p:txBody>
      </p:sp>
      <p:sp>
        <p:nvSpPr>
          <p:cNvPr id="75" name="Marcador de texto 74">
            <a:extLst>
              <a:ext uri="{FF2B5EF4-FFF2-40B4-BE49-F238E27FC236}">
                <a16:creationId xmlns:a16="http://schemas.microsoft.com/office/drawing/2014/main" id="{5425916A-A2C0-45C3-9A48-E48DEB97F631}"/>
              </a:ext>
            </a:extLst>
          </p:cNvPr>
          <p:cNvSpPr>
            <a:spLocks noGrp="1"/>
          </p:cNvSpPr>
          <p:nvPr>
            <p:ph type="body" sz="quarter" idx="16"/>
          </p:nvPr>
        </p:nvSpPr>
        <p:spPr>
          <a:xfrm>
            <a:off x="748749" y="1361938"/>
            <a:ext cx="6765925" cy="496888"/>
          </a:xfrm>
        </p:spPr>
        <p:txBody>
          <a:bodyPr rtlCol="0"/>
          <a:lstStyle/>
          <a:p>
            <a:pPr rtl="0"/>
            <a:r>
              <a:rPr lang="es-MX" dirty="0"/>
              <a:t>Previsión para lograr nuestro objetivo</a:t>
            </a:r>
          </a:p>
        </p:txBody>
      </p:sp>
      <p:graphicFrame>
        <p:nvGraphicFramePr>
          <p:cNvPr id="53" name="Tabla 50">
            <a:extLst>
              <a:ext uri="{FF2B5EF4-FFF2-40B4-BE49-F238E27FC236}">
                <a16:creationId xmlns:a16="http://schemas.microsoft.com/office/drawing/2014/main" id="{7EB17215-3702-4854-86F9-086DB8BCA17E}"/>
              </a:ext>
            </a:extLst>
          </p:cNvPr>
          <p:cNvGraphicFramePr>
            <a:graphicFrameLocks noGrp="1"/>
          </p:cNvGraphicFramePr>
          <p:nvPr>
            <p:ph type="chart" sz="quarter" idx="13"/>
            <p:extLst>
              <p:ext uri="{D42A27DB-BD31-4B8C-83A1-F6EECF244321}">
                <p14:modId xmlns:p14="http://schemas.microsoft.com/office/powerpoint/2010/main" val="2234286052"/>
              </p:ext>
            </p:extLst>
          </p:nvPr>
        </p:nvGraphicFramePr>
        <p:xfrm>
          <a:off x="838200" y="2286000"/>
          <a:ext cx="6099051" cy="3713070"/>
        </p:xfrm>
        <a:graphic>
          <a:graphicData uri="http://schemas.openxmlformats.org/drawingml/2006/table">
            <a:tbl>
              <a:tblPr firstRow="1" bandRow="1">
                <a:tableStyleId>{5C22544A-7EE6-4342-B048-85BDC9FD1C3A}</a:tableStyleId>
              </a:tblPr>
              <a:tblGrid>
                <a:gridCol w="1578631">
                  <a:extLst>
                    <a:ext uri="{9D8B030D-6E8A-4147-A177-3AD203B41FA5}">
                      <a16:colId xmlns:a16="http://schemas.microsoft.com/office/drawing/2014/main" val="544038161"/>
                    </a:ext>
                  </a:extLst>
                </a:gridCol>
                <a:gridCol w="1130105">
                  <a:extLst>
                    <a:ext uri="{9D8B030D-6E8A-4147-A177-3AD203B41FA5}">
                      <a16:colId xmlns:a16="http://schemas.microsoft.com/office/drawing/2014/main" val="2284043154"/>
                    </a:ext>
                  </a:extLst>
                </a:gridCol>
                <a:gridCol w="1130105">
                  <a:extLst>
                    <a:ext uri="{9D8B030D-6E8A-4147-A177-3AD203B41FA5}">
                      <a16:colId xmlns:a16="http://schemas.microsoft.com/office/drawing/2014/main" val="2987712514"/>
                    </a:ext>
                  </a:extLst>
                </a:gridCol>
                <a:gridCol w="1130105">
                  <a:extLst>
                    <a:ext uri="{9D8B030D-6E8A-4147-A177-3AD203B41FA5}">
                      <a16:colId xmlns:a16="http://schemas.microsoft.com/office/drawing/2014/main" val="1068233346"/>
                    </a:ext>
                  </a:extLst>
                </a:gridCol>
                <a:gridCol w="1130105">
                  <a:extLst>
                    <a:ext uri="{9D8B030D-6E8A-4147-A177-3AD203B41FA5}">
                      <a16:colId xmlns:a16="http://schemas.microsoft.com/office/drawing/2014/main" val="3019130451"/>
                    </a:ext>
                  </a:extLst>
                </a:gridCol>
              </a:tblGrid>
              <a:tr h="308774">
                <a:tc>
                  <a:txBody>
                    <a:bodyPr/>
                    <a:lstStyle/>
                    <a:p>
                      <a:pPr algn="r" rtl="0"/>
                      <a:r>
                        <a:rPr lang="es-MX" sz="1400" b="0" cap="all" spc="150" noProof="0">
                          <a:solidFill>
                            <a:schemeClr val="bg1"/>
                          </a:solidFill>
                          <a:latin typeface="+mj-lt"/>
                        </a:rPr>
                        <a:t>Métricas clave</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solidFill>
                  </a:tcPr>
                </a:tc>
                <a:tc>
                  <a:txBody>
                    <a:bodyPr/>
                    <a:lstStyle/>
                    <a:p>
                      <a:pPr rtl="0"/>
                      <a:endParaRPr lang="es-MX" sz="1400" b="0" cap="all" spc="150" baseline="0" noProof="0">
                        <a:solidFill>
                          <a:schemeClr val="bg1"/>
                        </a:solidFill>
                        <a:latin typeface="+mj-lt"/>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solidFill>
                  </a:tcPr>
                </a:tc>
                <a:tc>
                  <a:txBody>
                    <a:bodyPr/>
                    <a:lstStyle/>
                    <a:p>
                      <a:pPr rtl="0"/>
                      <a:endParaRPr lang="es-MX" sz="1400" b="0" cap="all" spc="150" baseline="0" noProof="0">
                        <a:solidFill>
                          <a:schemeClr val="bg1"/>
                        </a:solidFill>
                        <a:latin typeface="+mj-lt"/>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solidFill>
                  </a:tcPr>
                </a:tc>
                <a:tc>
                  <a:txBody>
                    <a:bodyPr/>
                    <a:lstStyle/>
                    <a:p>
                      <a:pPr rtl="0"/>
                      <a:endParaRPr lang="es-MX" sz="1400" b="0" cap="all" spc="150" baseline="0" noProof="0">
                        <a:solidFill>
                          <a:schemeClr val="bg1"/>
                        </a:solidFill>
                        <a:latin typeface="+mj-lt"/>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solidFill>
                  </a:tcPr>
                </a:tc>
                <a:tc>
                  <a:txBody>
                    <a:bodyPr/>
                    <a:lstStyle/>
                    <a:p>
                      <a:pPr rtl="0"/>
                      <a:endParaRPr lang="es-MX" sz="1400" b="0" cap="all" spc="150" baseline="0" noProof="0">
                        <a:solidFill>
                          <a:schemeClr val="bg1"/>
                        </a:solidFill>
                        <a:latin typeface="+mj-lt"/>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2723065677"/>
                  </a:ext>
                </a:extLst>
              </a:tr>
              <a:tr h="638982">
                <a:tc>
                  <a:txBody>
                    <a:bodyPr/>
                    <a:lstStyle/>
                    <a:p>
                      <a:pPr algn="ctr" rtl="0"/>
                      <a:endParaRPr lang="es-MX" sz="1200" noProof="0">
                        <a:solidFill>
                          <a:schemeClr val="tx1"/>
                        </a:solidFill>
                      </a:endParaRPr>
                    </a:p>
                  </a:txBody>
                  <a:tcPr anchor="ctr">
                    <a:lnL w="12700" cmpd="sng">
                      <a:noFill/>
                    </a:lnL>
                    <a:lnR w="12700" cmpd="sng">
                      <a:noFill/>
                    </a:lnR>
                    <a:lnT w="38100" cmpd="sng">
                      <a:noFill/>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es-MX" sz="1200" kern="1200" noProof="0">
                          <a:solidFill>
                            <a:schemeClr val="tx1"/>
                          </a:solidFill>
                          <a:latin typeface="+mn-lt"/>
                          <a:ea typeface="+mn-ea"/>
                          <a:cs typeface="+mn-cs"/>
                        </a:rPr>
                        <a:t>Clientes</a:t>
                      </a:r>
                    </a:p>
                  </a:txBody>
                  <a:tcPr marL="95186" marR="95186" marT="47593" marB="47593" anchor="ctr">
                    <a:lnL w="12700" cmpd="sng">
                      <a:noFill/>
                    </a:lnL>
                    <a:lnR w="12700" cmpd="sng">
                      <a:noFill/>
                    </a:lnR>
                    <a:lnT w="38100" cmpd="sng">
                      <a:noFill/>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es-MX" sz="1200" kern="1200" noProof="0">
                          <a:solidFill>
                            <a:schemeClr val="tx1"/>
                          </a:solidFill>
                          <a:latin typeface="+mn-lt"/>
                          <a:ea typeface="+mn-ea"/>
                          <a:cs typeface="+mn-cs"/>
                        </a:rPr>
                        <a:t>Pedidos</a:t>
                      </a:r>
                    </a:p>
                  </a:txBody>
                  <a:tcPr marL="95186" marR="95186" marT="47593" marB="47593" anchor="ctr">
                    <a:lnL w="12700" cmpd="sng">
                      <a:noFill/>
                    </a:lnL>
                    <a:lnR w="12700" cmpd="sng">
                      <a:noFill/>
                    </a:lnR>
                    <a:lnT w="38100" cmpd="sng">
                      <a:noFill/>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es-MX" sz="1200" kern="1200" noProof="0">
                          <a:solidFill>
                            <a:schemeClr val="tx1"/>
                          </a:solidFill>
                          <a:latin typeface="+mn-lt"/>
                          <a:ea typeface="+mn-ea"/>
                          <a:cs typeface="+mn-cs"/>
                        </a:rPr>
                        <a:t>Ingresos brutos</a:t>
                      </a:r>
                    </a:p>
                  </a:txBody>
                  <a:tcPr marL="95186" marR="95186" marT="47593" marB="47593" anchor="ctr">
                    <a:lnL w="12700" cmpd="sng">
                      <a:noFill/>
                    </a:lnL>
                    <a:lnR w="12700" cmpd="sng">
                      <a:noFill/>
                    </a:lnR>
                    <a:lnT w="38100" cmpd="sng">
                      <a:noFill/>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es-MX" sz="1200" kern="1200" noProof="0">
                          <a:solidFill>
                            <a:schemeClr val="tx1"/>
                          </a:solidFill>
                          <a:latin typeface="+mn-lt"/>
                          <a:ea typeface="+mn-ea"/>
                          <a:cs typeface="+mn-cs"/>
                        </a:rPr>
                        <a:t>Ingresos netos</a:t>
                      </a:r>
                    </a:p>
                  </a:txBody>
                  <a:tcPr marL="95186" marR="95186" marT="47593" marB="47593" anchor="ctr">
                    <a:lnL w="12700" cmpd="sng">
                      <a:noFill/>
                    </a:lnL>
                    <a:lnR w="12700" cmpd="sng">
                      <a:noFill/>
                    </a:lnR>
                    <a:lnT w="38100" cmpd="sng">
                      <a:noFill/>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9137574"/>
                  </a:ext>
                </a:extLst>
              </a:tr>
              <a:tr h="638982">
                <a:tc>
                  <a:txBody>
                    <a:bodyPr/>
                    <a:lstStyle/>
                    <a:p>
                      <a:pPr algn="ctr" rtl="0"/>
                      <a:r>
                        <a:rPr lang="es-MX" sz="1200" noProof="0">
                          <a:solidFill>
                            <a:schemeClr val="tx1"/>
                          </a:solidFill>
                        </a:rPr>
                        <a:t>20XX</a:t>
                      </a:r>
                    </a:p>
                  </a:txBody>
                  <a:tcPr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es-MX" sz="1200" noProof="0">
                          <a:solidFill>
                            <a:schemeClr val="tx1"/>
                          </a:solidFill>
                        </a:rPr>
                        <a:t>10</a:t>
                      </a: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es-MX" sz="1200" noProof="0">
                          <a:solidFill>
                            <a:schemeClr val="tx1"/>
                          </a:solidFill>
                        </a:rPr>
                        <a:t>1100</a:t>
                      </a: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es-MX" sz="1200" noProof="0">
                          <a:solidFill>
                            <a:schemeClr val="tx1"/>
                          </a:solidFill>
                        </a:rPr>
                        <a:t>$10,000</a:t>
                      </a: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es-MX" sz="1200" noProof="0">
                          <a:solidFill>
                            <a:schemeClr val="tx1"/>
                          </a:solidFill>
                        </a:rPr>
                        <a:t>$7,000</a:t>
                      </a: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7742485"/>
                  </a:ext>
                </a:extLst>
              </a:tr>
              <a:tr h="638982">
                <a:tc>
                  <a:txBody>
                    <a:bodyPr/>
                    <a:lstStyle/>
                    <a:p>
                      <a:pPr algn="ctr" rtl="0"/>
                      <a:r>
                        <a:rPr lang="es-MX" sz="1200" noProof="0">
                          <a:solidFill>
                            <a:schemeClr val="tx1"/>
                          </a:solidFill>
                        </a:rPr>
                        <a:t>20XX</a:t>
                      </a:r>
                    </a:p>
                  </a:txBody>
                  <a:tcPr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es-MX" sz="1200" noProof="0">
                          <a:solidFill>
                            <a:schemeClr val="tx1"/>
                          </a:solidFill>
                        </a:rPr>
                        <a:t>20</a:t>
                      </a: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es-MX" sz="1200" noProof="0">
                          <a:solidFill>
                            <a:schemeClr val="tx1"/>
                          </a:solidFill>
                        </a:rPr>
                        <a:t>200</a:t>
                      </a: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MX" sz="1200" noProof="0">
                          <a:solidFill>
                            <a:schemeClr val="tx1"/>
                          </a:solidFill>
                        </a:rPr>
                        <a:t>$20,000</a:t>
                      </a: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MX" sz="1200" noProof="0">
                          <a:solidFill>
                            <a:schemeClr val="tx1"/>
                          </a:solidFill>
                        </a:rPr>
                        <a:t>$16,000</a:t>
                      </a: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66860975"/>
                  </a:ext>
                </a:extLst>
              </a:tr>
              <a:tr h="638982">
                <a:tc>
                  <a:txBody>
                    <a:bodyPr/>
                    <a:lstStyle/>
                    <a:p>
                      <a:pPr algn="ctr" rtl="0"/>
                      <a:r>
                        <a:rPr lang="es-MX" sz="1200" noProof="0">
                          <a:solidFill>
                            <a:schemeClr val="tx1"/>
                          </a:solidFill>
                        </a:rPr>
                        <a:t>20XX</a:t>
                      </a:r>
                    </a:p>
                  </a:txBody>
                  <a:tcPr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es-MX" sz="1200" noProof="0">
                          <a:solidFill>
                            <a:schemeClr val="tx1"/>
                          </a:solidFill>
                        </a:rPr>
                        <a:t>30</a:t>
                      </a: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es-MX" sz="1200" noProof="0">
                          <a:solidFill>
                            <a:schemeClr val="tx1"/>
                          </a:solidFill>
                        </a:rPr>
                        <a:t>300</a:t>
                      </a: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MX" sz="1200" noProof="0">
                          <a:solidFill>
                            <a:schemeClr val="tx1"/>
                          </a:solidFill>
                        </a:rPr>
                        <a:t>$30,000</a:t>
                      </a: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MX" sz="1200" noProof="0">
                          <a:solidFill>
                            <a:schemeClr val="tx1"/>
                          </a:solidFill>
                        </a:rPr>
                        <a:t>$25,000</a:t>
                      </a: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5121222"/>
                  </a:ext>
                </a:extLst>
              </a:tr>
              <a:tr h="638982">
                <a:tc>
                  <a:txBody>
                    <a:bodyPr/>
                    <a:lstStyle/>
                    <a:p>
                      <a:pPr algn="ctr" rtl="0"/>
                      <a:r>
                        <a:rPr lang="es-MX" sz="1200" noProof="0">
                          <a:solidFill>
                            <a:schemeClr val="tx1"/>
                          </a:solidFill>
                        </a:rPr>
                        <a:t>20XX</a:t>
                      </a:r>
                    </a:p>
                  </a:txBody>
                  <a:tcPr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rtl="0"/>
                      <a:r>
                        <a:rPr lang="es-MX" sz="1200" noProof="0">
                          <a:solidFill>
                            <a:schemeClr val="tx1"/>
                          </a:solidFill>
                        </a:rPr>
                        <a:t>40</a:t>
                      </a: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rtl="0"/>
                      <a:r>
                        <a:rPr lang="es-MX" sz="1200" noProof="0">
                          <a:solidFill>
                            <a:schemeClr val="tx1"/>
                          </a:solidFill>
                        </a:rPr>
                        <a:t>400</a:t>
                      </a: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MX" sz="1200" noProof="0">
                          <a:solidFill>
                            <a:schemeClr val="tx1"/>
                          </a:solidFill>
                        </a:rPr>
                        <a:t>$40,000</a:t>
                      </a: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MX" sz="1200" noProof="0" dirty="0">
                          <a:solidFill>
                            <a:schemeClr val="tx1"/>
                          </a:solidFill>
                        </a:rPr>
                        <a:t>$30,000</a:t>
                      </a: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5123171"/>
                  </a:ext>
                </a:extLst>
              </a:tr>
            </a:tbl>
          </a:graphicData>
        </a:graphic>
      </p:graphicFrame>
      <p:sp>
        <p:nvSpPr>
          <p:cNvPr id="9" name="Marcador de texto 8">
            <a:extLst>
              <a:ext uri="{FF2B5EF4-FFF2-40B4-BE49-F238E27FC236}">
                <a16:creationId xmlns:a16="http://schemas.microsoft.com/office/drawing/2014/main" id="{C54CD4A7-4E1A-4902-993B-81A396A3670C}"/>
              </a:ext>
            </a:extLst>
          </p:cNvPr>
          <p:cNvSpPr>
            <a:spLocks noGrp="1"/>
          </p:cNvSpPr>
          <p:nvPr>
            <p:ph type="body" sz="quarter" idx="14"/>
          </p:nvPr>
        </p:nvSpPr>
        <p:spPr>
          <a:xfrm>
            <a:off x="7858125" y="2284624"/>
            <a:ext cx="3147332" cy="306388"/>
          </a:xfrm>
        </p:spPr>
        <p:txBody>
          <a:bodyPr rtlCol="0">
            <a:normAutofit/>
          </a:bodyPr>
          <a:lstStyle/>
          <a:p>
            <a:pPr rtl="0"/>
            <a:r>
              <a:rPr lang="es-MX" dirty="0"/>
              <a:t>INGRESOS ANUALES</a:t>
            </a:r>
          </a:p>
        </p:txBody>
      </p:sp>
      <p:graphicFrame>
        <p:nvGraphicFramePr>
          <p:cNvPr id="34" name="Marcador de contenido 13" descr="Gráfico">
            <a:extLst>
              <a:ext uri="{FF2B5EF4-FFF2-40B4-BE49-F238E27FC236}">
                <a16:creationId xmlns:a16="http://schemas.microsoft.com/office/drawing/2014/main" id="{9E19FFD2-695D-4BD0-AA46-41C8970D76E2}"/>
              </a:ext>
            </a:extLst>
          </p:cNvPr>
          <p:cNvGraphicFramePr>
            <a:graphicFrameLocks noGrp="1"/>
          </p:cNvGraphicFramePr>
          <p:nvPr>
            <p:ph sz="quarter" idx="15"/>
            <p:extLst>
              <p:ext uri="{D42A27DB-BD31-4B8C-83A1-F6EECF244321}">
                <p14:modId xmlns:p14="http://schemas.microsoft.com/office/powerpoint/2010/main" val="3813207016"/>
              </p:ext>
            </p:extLst>
          </p:nvPr>
        </p:nvGraphicFramePr>
        <p:xfrm>
          <a:off x="7858125" y="2779713"/>
          <a:ext cx="3148013" cy="3095625"/>
        </p:xfrm>
        <a:graphic>
          <a:graphicData uri="http://schemas.openxmlformats.org/drawingml/2006/chart">
            <c:chart xmlns:c="http://schemas.openxmlformats.org/drawingml/2006/chart" xmlns:r="http://schemas.openxmlformats.org/officeDocument/2006/relationships" r:id="rId3"/>
          </a:graphicData>
        </a:graphic>
      </p:graphicFrame>
      <p:sp>
        <p:nvSpPr>
          <p:cNvPr id="2" name="Marcador de fecha 1">
            <a:extLst>
              <a:ext uri="{FF2B5EF4-FFF2-40B4-BE49-F238E27FC236}">
                <a16:creationId xmlns:a16="http://schemas.microsoft.com/office/drawing/2014/main" id="{402600B4-5BE8-447C-8531-6CD75CB45735}"/>
              </a:ext>
            </a:extLst>
          </p:cNvPr>
          <p:cNvSpPr>
            <a:spLocks noGrp="1"/>
          </p:cNvSpPr>
          <p:nvPr>
            <p:ph type="dt" sz="half" idx="10"/>
          </p:nvPr>
        </p:nvSpPr>
        <p:spPr>
          <a:xfrm>
            <a:off x="838200" y="6356350"/>
            <a:ext cx="2743200" cy="365125"/>
          </a:xfrm>
        </p:spPr>
        <p:txBody>
          <a:bodyPr rtlCol="0"/>
          <a:lstStyle/>
          <a:p>
            <a:pPr rtl="0"/>
            <a:r>
              <a:rPr lang="es-MX" dirty="0"/>
              <a:t>20XX</a:t>
            </a:r>
          </a:p>
        </p:txBody>
      </p:sp>
      <p:sp>
        <p:nvSpPr>
          <p:cNvPr id="3" name="Marcador de pie de página 2">
            <a:extLst>
              <a:ext uri="{FF2B5EF4-FFF2-40B4-BE49-F238E27FC236}">
                <a16:creationId xmlns:a16="http://schemas.microsoft.com/office/drawing/2014/main" id="{217076FA-2B16-4A6F-9631-8D175CE7886C}"/>
              </a:ext>
            </a:extLst>
          </p:cNvPr>
          <p:cNvSpPr>
            <a:spLocks noGrp="1"/>
          </p:cNvSpPr>
          <p:nvPr>
            <p:ph type="ftr" sz="quarter" idx="11"/>
          </p:nvPr>
        </p:nvSpPr>
        <p:spPr>
          <a:xfrm>
            <a:off x="4038600" y="6356350"/>
            <a:ext cx="4114800" cy="365125"/>
          </a:xfrm>
        </p:spPr>
        <p:txBody>
          <a:bodyPr rtlCol="0"/>
          <a:lstStyle/>
          <a:p>
            <a:pPr rtl="0"/>
            <a:r>
              <a:rPr lang="es-MX" dirty="0"/>
              <a:t>Presentación de lanzamiento</a:t>
            </a:r>
          </a:p>
        </p:txBody>
      </p:sp>
      <p:sp>
        <p:nvSpPr>
          <p:cNvPr id="5" name="Marcador de número de diapositiva 4">
            <a:extLst>
              <a:ext uri="{FF2B5EF4-FFF2-40B4-BE49-F238E27FC236}">
                <a16:creationId xmlns:a16="http://schemas.microsoft.com/office/drawing/2014/main" id="{7088B044-C125-4F21-B6E1-ECBEB9762151}"/>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s-MX" smtClean="0"/>
              <a:pPr rtl="0"/>
              <a:t>13</a:t>
            </a:fld>
            <a:endParaRPr lang="es-MX" dirty="0"/>
          </a:p>
        </p:txBody>
      </p:sp>
      <p:cxnSp>
        <p:nvCxnSpPr>
          <p:cNvPr id="10" name="Conector recto 9">
            <a:extLst>
              <a:ext uri="{FF2B5EF4-FFF2-40B4-BE49-F238E27FC236}">
                <a16:creationId xmlns:a16="http://schemas.microsoft.com/office/drawing/2014/main" id="{B98F823A-E7BB-4668-930B-C119B7771E74}"/>
              </a:ext>
              <a:ext uri="{C183D7F6-B498-43B3-948B-1728B52AA6E4}">
                <adec:decorative xmlns:adec="http://schemas.microsoft.com/office/drawing/2017/decorative" val="1"/>
              </a:ext>
            </a:extLst>
          </p:cNvPr>
          <p:cNvCxnSpPr>
            <a:cxnSpLocks/>
          </p:cNvCxnSpPr>
          <p:nvPr/>
        </p:nvCxnSpPr>
        <p:spPr>
          <a:xfrm>
            <a:off x="10178143" y="0"/>
            <a:ext cx="2013857" cy="1415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Conector recto 11">
            <a:extLst>
              <a:ext uri="{FF2B5EF4-FFF2-40B4-BE49-F238E27FC236}">
                <a16:creationId xmlns:a16="http://schemas.microsoft.com/office/drawing/2014/main" id="{5173C4F3-0B20-4720-9910-82CE4DCE4DBF}"/>
              </a:ext>
              <a:ext uri="{C183D7F6-B498-43B3-948B-1728B52AA6E4}">
                <adec:decorative xmlns:adec="http://schemas.microsoft.com/office/drawing/2017/decorative" val="1"/>
              </a:ext>
            </a:extLst>
          </p:cNvPr>
          <p:cNvCxnSpPr>
            <a:cxnSpLocks/>
          </p:cNvCxnSpPr>
          <p:nvPr/>
        </p:nvCxnSpPr>
        <p:spPr>
          <a:xfrm>
            <a:off x="8752114" y="0"/>
            <a:ext cx="3439886" cy="5769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09350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6684294-49A0-4C63-A7D7-E3BF9E591F59}"/>
              </a:ext>
            </a:extLst>
          </p:cNvPr>
          <p:cNvSpPr>
            <a:spLocks noGrp="1"/>
          </p:cNvSpPr>
          <p:nvPr>
            <p:ph type="title"/>
          </p:nvPr>
        </p:nvSpPr>
        <p:spPr>
          <a:xfrm>
            <a:off x="838200" y="365125"/>
            <a:ext cx="10515600" cy="1325563"/>
          </a:xfrm>
        </p:spPr>
        <p:txBody>
          <a:bodyPr rtlCol="0"/>
          <a:lstStyle/>
          <a:p>
            <a:pPr rtl="0"/>
            <a:r>
              <a:rPr lang="es-MX"/>
              <a:t>PLAN DE ACCIÓN PARA DOS AÑOS</a:t>
            </a:r>
          </a:p>
        </p:txBody>
      </p:sp>
      <p:sp>
        <p:nvSpPr>
          <p:cNvPr id="110" name="Marcador de texto 31">
            <a:extLst>
              <a:ext uri="{FF2B5EF4-FFF2-40B4-BE49-F238E27FC236}">
                <a16:creationId xmlns:a16="http://schemas.microsoft.com/office/drawing/2014/main" id="{2FF506C9-7C92-4B9C-A356-9B519D03C78D}"/>
              </a:ext>
            </a:extLst>
          </p:cNvPr>
          <p:cNvSpPr txBox="1">
            <a:spLocks/>
          </p:cNvSpPr>
          <p:nvPr/>
        </p:nvSpPr>
        <p:spPr>
          <a:xfrm>
            <a:off x="2042184" y="2220913"/>
            <a:ext cx="2057400" cy="561975"/>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lnSpc>
                <a:spcPct val="150000"/>
              </a:lnSpc>
              <a:buFont typeface="Arial" panose="020B0604020202020204" pitchFamily="34" charset="0"/>
              <a:buNone/>
            </a:pPr>
            <a:r>
              <a:rPr lang="es-MX" sz="1400" spc="150">
                <a:latin typeface="+mj-lt"/>
                <a:ea typeface="+mj-ea"/>
                <a:cs typeface="+mj-cs"/>
              </a:rPr>
              <a:t>BORRADORES</a:t>
            </a:r>
            <a:endParaRPr lang="es-MX" sz="1100"/>
          </a:p>
        </p:txBody>
      </p:sp>
      <p:sp>
        <p:nvSpPr>
          <p:cNvPr id="52" name="Marcador de texto 31">
            <a:extLst>
              <a:ext uri="{FF2B5EF4-FFF2-40B4-BE49-F238E27FC236}">
                <a16:creationId xmlns:a16="http://schemas.microsoft.com/office/drawing/2014/main" id="{EFC30FAC-E9E5-427E-B670-7978BE575652}"/>
              </a:ext>
            </a:extLst>
          </p:cNvPr>
          <p:cNvSpPr txBox="1">
            <a:spLocks/>
          </p:cNvSpPr>
          <p:nvPr/>
        </p:nvSpPr>
        <p:spPr>
          <a:xfrm>
            <a:off x="5190031" y="2218613"/>
            <a:ext cx="2057804" cy="561975"/>
          </a:xfrm>
          <a:prstGeom prst="rect">
            <a:avLst/>
          </a:prstGeom>
        </p:spPr>
        <p:txBody>
          <a:bodyPr vert="horz" lIns="91440" tIns="45720" rIns="91440" bIns="45720" rtlCol="0" anchor="b">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lnSpc>
                <a:spcPct val="150000"/>
              </a:lnSpc>
              <a:buFont typeface="Arial" panose="020B0604020202020204" pitchFamily="34" charset="0"/>
              <a:buNone/>
            </a:pPr>
            <a:r>
              <a:rPr lang="es-MX" sz="1400" spc="150">
                <a:latin typeface="+mj-lt"/>
                <a:ea typeface="+mj-ea"/>
                <a:cs typeface="+mj-cs"/>
              </a:rPr>
              <a:t>RECOPILACIÓN DE COMENTARIOS</a:t>
            </a:r>
            <a:endParaRPr lang="es-MX" sz="1100"/>
          </a:p>
        </p:txBody>
      </p:sp>
      <p:sp>
        <p:nvSpPr>
          <p:cNvPr id="54" name="Marcador de texto 31">
            <a:extLst>
              <a:ext uri="{FF2B5EF4-FFF2-40B4-BE49-F238E27FC236}">
                <a16:creationId xmlns:a16="http://schemas.microsoft.com/office/drawing/2014/main" id="{E0CD2DAB-9E42-4D11-A98D-56ECD20DBC7E}"/>
              </a:ext>
            </a:extLst>
          </p:cNvPr>
          <p:cNvSpPr txBox="1">
            <a:spLocks/>
          </p:cNvSpPr>
          <p:nvPr/>
        </p:nvSpPr>
        <p:spPr>
          <a:xfrm>
            <a:off x="9121117" y="2222398"/>
            <a:ext cx="2057804" cy="561975"/>
          </a:xfrm>
          <a:prstGeom prst="rect">
            <a:avLst/>
          </a:prstGeom>
        </p:spPr>
        <p:txBody>
          <a:bodyPr vert="horz" lIns="91440" tIns="45720" rIns="91440" bIns="45720" rtlCol="0" anchor="b">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lnSpc>
                <a:spcPct val="150000"/>
              </a:lnSpc>
              <a:buFont typeface="Arial" panose="020B0604020202020204" pitchFamily="34" charset="0"/>
              <a:buNone/>
            </a:pPr>
            <a:r>
              <a:rPr lang="es-MX" sz="1400" spc="150">
                <a:latin typeface="+mj-lt"/>
                <a:ea typeface="+mj-ea"/>
                <a:cs typeface="+mj-cs"/>
              </a:rPr>
              <a:t>ENTREGA AL CLIENTE</a:t>
            </a:r>
            <a:endParaRPr lang="es-MX" sz="1100"/>
          </a:p>
        </p:txBody>
      </p:sp>
      <p:sp>
        <p:nvSpPr>
          <p:cNvPr id="6" name="Marcador de texto 5">
            <a:extLst>
              <a:ext uri="{FF2B5EF4-FFF2-40B4-BE49-F238E27FC236}">
                <a16:creationId xmlns:a16="http://schemas.microsoft.com/office/drawing/2014/main" id="{A6861FF3-B902-4DEC-B46D-0F2E499C51CF}"/>
              </a:ext>
            </a:extLst>
          </p:cNvPr>
          <p:cNvSpPr>
            <a:spLocks noGrp="1"/>
          </p:cNvSpPr>
          <p:nvPr>
            <p:ph type="body" sz="quarter" idx="33"/>
          </p:nvPr>
        </p:nvSpPr>
        <p:spPr>
          <a:xfrm>
            <a:off x="914399" y="3354712"/>
            <a:ext cx="731520" cy="457200"/>
          </a:xfrm>
        </p:spPr>
        <p:txBody>
          <a:bodyPr rtlCol="0">
            <a:normAutofit/>
          </a:bodyPr>
          <a:lstStyle/>
          <a:p>
            <a:pPr rtl="0"/>
            <a:r>
              <a:rPr lang="es-MX"/>
              <a:t>20XX</a:t>
            </a:r>
          </a:p>
        </p:txBody>
      </p:sp>
      <p:sp>
        <p:nvSpPr>
          <p:cNvPr id="7" name="Marcador de texto 6">
            <a:extLst>
              <a:ext uri="{FF2B5EF4-FFF2-40B4-BE49-F238E27FC236}">
                <a16:creationId xmlns:a16="http://schemas.microsoft.com/office/drawing/2014/main" id="{05941AA2-C85B-41A7-9264-A0C66F32930C}"/>
              </a:ext>
            </a:extLst>
          </p:cNvPr>
          <p:cNvSpPr>
            <a:spLocks noGrp="1"/>
          </p:cNvSpPr>
          <p:nvPr>
            <p:ph type="body" sz="quarter" idx="34"/>
          </p:nvPr>
        </p:nvSpPr>
        <p:spPr>
          <a:xfrm>
            <a:off x="1965960" y="3502152"/>
            <a:ext cx="640080" cy="201776"/>
          </a:xfrm>
        </p:spPr>
        <p:txBody>
          <a:bodyPr rtlCol="0">
            <a:normAutofit fontScale="85000" lnSpcReduction="20000"/>
          </a:bodyPr>
          <a:lstStyle/>
          <a:p>
            <a:pPr rtl="0"/>
            <a:r>
              <a:rPr lang="es-MX"/>
              <a:t>ENE</a:t>
            </a:r>
          </a:p>
        </p:txBody>
      </p:sp>
      <p:sp>
        <p:nvSpPr>
          <p:cNvPr id="8" name="Marcador de texto 7">
            <a:extLst>
              <a:ext uri="{FF2B5EF4-FFF2-40B4-BE49-F238E27FC236}">
                <a16:creationId xmlns:a16="http://schemas.microsoft.com/office/drawing/2014/main" id="{2C4BD3D3-C7A9-46F1-8ED8-AB8D1BB89262}"/>
              </a:ext>
            </a:extLst>
          </p:cNvPr>
          <p:cNvSpPr>
            <a:spLocks noGrp="1"/>
          </p:cNvSpPr>
          <p:nvPr>
            <p:ph type="body" sz="quarter" idx="35"/>
          </p:nvPr>
        </p:nvSpPr>
        <p:spPr>
          <a:xfrm>
            <a:off x="2753880" y="3502152"/>
            <a:ext cx="640080" cy="201776"/>
          </a:xfrm>
        </p:spPr>
        <p:txBody>
          <a:bodyPr rtlCol="0">
            <a:normAutofit fontScale="85000" lnSpcReduction="20000"/>
          </a:bodyPr>
          <a:lstStyle/>
          <a:p>
            <a:pPr rtl="0"/>
            <a:r>
              <a:rPr lang="es-MX"/>
              <a:t>FEB</a:t>
            </a:r>
          </a:p>
        </p:txBody>
      </p:sp>
      <p:sp>
        <p:nvSpPr>
          <p:cNvPr id="9" name="Marcador de texto 8">
            <a:extLst>
              <a:ext uri="{FF2B5EF4-FFF2-40B4-BE49-F238E27FC236}">
                <a16:creationId xmlns:a16="http://schemas.microsoft.com/office/drawing/2014/main" id="{873EDDDB-6509-4407-BA35-232AAF9F198D}"/>
              </a:ext>
            </a:extLst>
          </p:cNvPr>
          <p:cNvSpPr>
            <a:spLocks noGrp="1"/>
          </p:cNvSpPr>
          <p:nvPr>
            <p:ph type="body" sz="quarter" idx="36"/>
          </p:nvPr>
        </p:nvSpPr>
        <p:spPr>
          <a:xfrm>
            <a:off x="3541800" y="3502152"/>
            <a:ext cx="640080" cy="201776"/>
          </a:xfrm>
        </p:spPr>
        <p:txBody>
          <a:bodyPr rtlCol="0">
            <a:normAutofit fontScale="85000" lnSpcReduction="20000"/>
          </a:bodyPr>
          <a:lstStyle/>
          <a:p>
            <a:pPr rtl="0"/>
            <a:r>
              <a:rPr lang="es-MX"/>
              <a:t>MAR</a:t>
            </a:r>
          </a:p>
        </p:txBody>
      </p:sp>
      <p:sp>
        <p:nvSpPr>
          <p:cNvPr id="10" name="Marcador de texto 9">
            <a:extLst>
              <a:ext uri="{FF2B5EF4-FFF2-40B4-BE49-F238E27FC236}">
                <a16:creationId xmlns:a16="http://schemas.microsoft.com/office/drawing/2014/main" id="{A33A061F-AC2A-4E3F-B448-DC6FEC307A53}"/>
              </a:ext>
            </a:extLst>
          </p:cNvPr>
          <p:cNvSpPr>
            <a:spLocks noGrp="1"/>
          </p:cNvSpPr>
          <p:nvPr>
            <p:ph type="body" sz="quarter" idx="37"/>
          </p:nvPr>
        </p:nvSpPr>
        <p:spPr>
          <a:xfrm>
            <a:off x="4329720" y="3502152"/>
            <a:ext cx="640080" cy="201776"/>
          </a:xfrm>
        </p:spPr>
        <p:txBody>
          <a:bodyPr rtlCol="0">
            <a:normAutofit fontScale="85000" lnSpcReduction="20000"/>
          </a:bodyPr>
          <a:lstStyle/>
          <a:p>
            <a:pPr rtl="0"/>
            <a:r>
              <a:rPr lang="es-MX"/>
              <a:t>ABR</a:t>
            </a:r>
          </a:p>
        </p:txBody>
      </p:sp>
      <p:sp>
        <p:nvSpPr>
          <p:cNvPr id="12" name="Marcador de texto 11">
            <a:extLst>
              <a:ext uri="{FF2B5EF4-FFF2-40B4-BE49-F238E27FC236}">
                <a16:creationId xmlns:a16="http://schemas.microsoft.com/office/drawing/2014/main" id="{FAC81818-8260-4E49-9FCC-569FDE30B0B1}"/>
              </a:ext>
            </a:extLst>
          </p:cNvPr>
          <p:cNvSpPr>
            <a:spLocks noGrp="1"/>
          </p:cNvSpPr>
          <p:nvPr>
            <p:ph type="body" sz="quarter" idx="39"/>
          </p:nvPr>
        </p:nvSpPr>
        <p:spPr>
          <a:xfrm>
            <a:off x="5117640" y="3502152"/>
            <a:ext cx="640080" cy="201776"/>
          </a:xfrm>
        </p:spPr>
        <p:txBody>
          <a:bodyPr rtlCol="0">
            <a:normAutofit fontScale="85000" lnSpcReduction="20000"/>
          </a:bodyPr>
          <a:lstStyle/>
          <a:p>
            <a:pPr rtl="0"/>
            <a:r>
              <a:rPr lang="es-MX"/>
              <a:t>MAYO</a:t>
            </a:r>
          </a:p>
        </p:txBody>
      </p:sp>
      <p:sp>
        <p:nvSpPr>
          <p:cNvPr id="13" name="Marcador de texto 12">
            <a:extLst>
              <a:ext uri="{FF2B5EF4-FFF2-40B4-BE49-F238E27FC236}">
                <a16:creationId xmlns:a16="http://schemas.microsoft.com/office/drawing/2014/main" id="{D1FD068B-6917-4C40-B40D-5F7B670EA7BE}"/>
              </a:ext>
            </a:extLst>
          </p:cNvPr>
          <p:cNvSpPr>
            <a:spLocks noGrp="1"/>
          </p:cNvSpPr>
          <p:nvPr>
            <p:ph type="body" sz="quarter" idx="40"/>
          </p:nvPr>
        </p:nvSpPr>
        <p:spPr>
          <a:xfrm>
            <a:off x="5905560" y="3502152"/>
            <a:ext cx="640080" cy="201776"/>
          </a:xfrm>
        </p:spPr>
        <p:txBody>
          <a:bodyPr rtlCol="0">
            <a:normAutofit fontScale="85000" lnSpcReduction="20000"/>
          </a:bodyPr>
          <a:lstStyle/>
          <a:p>
            <a:pPr rtl="0"/>
            <a:r>
              <a:rPr lang="es-MX"/>
              <a:t>JUN</a:t>
            </a:r>
          </a:p>
        </p:txBody>
      </p:sp>
      <p:sp>
        <p:nvSpPr>
          <p:cNvPr id="14" name="Marcador de texto 13">
            <a:extLst>
              <a:ext uri="{FF2B5EF4-FFF2-40B4-BE49-F238E27FC236}">
                <a16:creationId xmlns:a16="http://schemas.microsoft.com/office/drawing/2014/main" id="{EEAE71AD-30AF-4021-B577-B686EC6DA329}"/>
              </a:ext>
            </a:extLst>
          </p:cNvPr>
          <p:cNvSpPr>
            <a:spLocks noGrp="1"/>
          </p:cNvSpPr>
          <p:nvPr>
            <p:ph type="body" sz="quarter" idx="41"/>
          </p:nvPr>
        </p:nvSpPr>
        <p:spPr>
          <a:xfrm>
            <a:off x="6693480" y="3502152"/>
            <a:ext cx="640080" cy="201776"/>
          </a:xfrm>
        </p:spPr>
        <p:txBody>
          <a:bodyPr rtlCol="0">
            <a:normAutofit fontScale="85000" lnSpcReduction="20000"/>
          </a:bodyPr>
          <a:lstStyle/>
          <a:p>
            <a:pPr rtl="0"/>
            <a:r>
              <a:rPr lang="es-MX"/>
              <a:t>JUL</a:t>
            </a:r>
          </a:p>
        </p:txBody>
      </p:sp>
      <p:sp>
        <p:nvSpPr>
          <p:cNvPr id="16" name="Marcador de texto 15">
            <a:extLst>
              <a:ext uri="{FF2B5EF4-FFF2-40B4-BE49-F238E27FC236}">
                <a16:creationId xmlns:a16="http://schemas.microsoft.com/office/drawing/2014/main" id="{D8E5FFBE-125E-43C8-A66E-DE8D2FE7AF38}"/>
              </a:ext>
            </a:extLst>
          </p:cNvPr>
          <p:cNvSpPr>
            <a:spLocks noGrp="1"/>
          </p:cNvSpPr>
          <p:nvPr>
            <p:ph type="body" sz="quarter" idx="43"/>
          </p:nvPr>
        </p:nvSpPr>
        <p:spPr>
          <a:xfrm>
            <a:off x="7481400" y="3502152"/>
            <a:ext cx="640080" cy="201776"/>
          </a:xfrm>
        </p:spPr>
        <p:txBody>
          <a:bodyPr rtlCol="0">
            <a:normAutofit fontScale="85000" lnSpcReduction="20000"/>
          </a:bodyPr>
          <a:lstStyle/>
          <a:p>
            <a:pPr rtl="0"/>
            <a:r>
              <a:rPr lang="es-MX"/>
              <a:t>AGO</a:t>
            </a:r>
          </a:p>
        </p:txBody>
      </p:sp>
      <p:sp>
        <p:nvSpPr>
          <p:cNvPr id="17" name="Marcador de texto 16">
            <a:extLst>
              <a:ext uri="{FF2B5EF4-FFF2-40B4-BE49-F238E27FC236}">
                <a16:creationId xmlns:a16="http://schemas.microsoft.com/office/drawing/2014/main" id="{7209F81D-5EC6-4D97-B0C2-AC00081AB1A7}"/>
              </a:ext>
            </a:extLst>
          </p:cNvPr>
          <p:cNvSpPr>
            <a:spLocks noGrp="1"/>
          </p:cNvSpPr>
          <p:nvPr>
            <p:ph type="body" sz="quarter" idx="44"/>
          </p:nvPr>
        </p:nvSpPr>
        <p:spPr>
          <a:xfrm>
            <a:off x="8269320" y="3502152"/>
            <a:ext cx="640080" cy="201776"/>
          </a:xfrm>
        </p:spPr>
        <p:txBody>
          <a:bodyPr rtlCol="0">
            <a:normAutofit fontScale="85000" lnSpcReduction="20000"/>
          </a:bodyPr>
          <a:lstStyle/>
          <a:p>
            <a:pPr rtl="0"/>
            <a:r>
              <a:rPr lang="es-MX"/>
              <a:t>SEP</a:t>
            </a:r>
          </a:p>
        </p:txBody>
      </p:sp>
      <p:sp>
        <p:nvSpPr>
          <p:cNvPr id="15" name="Marcador de texto 14">
            <a:extLst>
              <a:ext uri="{FF2B5EF4-FFF2-40B4-BE49-F238E27FC236}">
                <a16:creationId xmlns:a16="http://schemas.microsoft.com/office/drawing/2014/main" id="{4A477EE3-A17C-4158-91E8-03A401BE96CB}"/>
              </a:ext>
            </a:extLst>
          </p:cNvPr>
          <p:cNvSpPr>
            <a:spLocks noGrp="1"/>
          </p:cNvSpPr>
          <p:nvPr>
            <p:ph type="body" sz="quarter" idx="42"/>
          </p:nvPr>
        </p:nvSpPr>
        <p:spPr>
          <a:xfrm>
            <a:off x="9057240" y="3502152"/>
            <a:ext cx="640080" cy="201776"/>
          </a:xfrm>
        </p:spPr>
        <p:txBody>
          <a:bodyPr rtlCol="0">
            <a:normAutofit fontScale="85000" lnSpcReduction="20000"/>
          </a:bodyPr>
          <a:lstStyle/>
          <a:p>
            <a:pPr rtl="0"/>
            <a:r>
              <a:rPr lang="es-MX"/>
              <a:t>OCT</a:t>
            </a:r>
          </a:p>
        </p:txBody>
      </p:sp>
      <p:sp>
        <p:nvSpPr>
          <p:cNvPr id="18" name="Marcador de texto 17">
            <a:extLst>
              <a:ext uri="{FF2B5EF4-FFF2-40B4-BE49-F238E27FC236}">
                <a16:creationId xmlns:a16="http://schemas.microsoft.com/office/drawing/2014/main" id="{C477818B-3CAB-4A39-939D-99E98D2EE682}"/>
              </a:ext>
            </a:extLst>
          </p:cNvPr>
          <p:cNvSpPr>
            <a:spLocks noGrp="1"/>
          </p:cNvSpPr>
          <p:nvPr>
            <p:ph type="body" sz="quarter" idx="45"/>
          </p:nvPr>
        </p:nvSpPr>
        <p:spPr>
          <a:xfrm>
            <a:off x="9845160" y="3502152"/>
            <a:ext cx="640080" cy="201776"/>
          </a:xfrm>
        </p:spPr>
        <p:txBody>
          <a:bodyPr rtlCol="0">
            <a:normAutofit fontScale="85000" lnSpcReduction="20000"/>
          </a:bodyPr>
          <a:lstStyle/>
          <a:p>
            <a:pPr rtl="0"/>
            <a:r>
              <a:rPr lang="es-MX"/>
              <a:t>NOV</a:t>
            </a:r>
          </a:p>
        </p:txBody>
      </p:sp>
      <p:sp>
        <p:nvSpPr>
          <p:cNvPr id="19" name="Marcador de texto 18">
            <a:extLst>
              <a:ext uri="{FF2B5EF4-FFF2-40B4-BE49-F238E27FC236}">
                <a16:creationId xmlns:a16="http://schemas.microsoft.com/office/drawing/2014/main" id="{A7907FC8-DAAF-4896-A2B1-C173BF2FAE69}"/>
              </a:ext>
            </a:extLst>
          </p:cNvPr>
          <p:cNvSpPr>
            <a:spLocks noGrp="1"/>
          </p:cNvSpPr>
          <p:nvPr>
            <p:ph type="body" sz="quarter" idx="46"/>
          </p:nvPr>
        </p:nvSpPr>
        <p:spPr>
          <a:xfrm>
            <a:off x="10633085" y="3502152"/>
            <a:ext cx="640080" cy="201776"/>
          </a:xfrm>
        </p:spPr>
        <p:txBody>
          <a:bodyPr rtlCol="0">
            <a:normAutofit fontScale="85000" lnSpcReduction="20000"/>
          </a:bodyPr>
          <a:lstStyle/>
          <a:p>
            <a:pPr rtl="0"/>
            <a:r>
              <a:rPr lang="es-MX"/>
              <a:t>DIC</a:t>
            </a:r>
          </a:p>
        </p:txBody>
      </p:sp>
      <p:sp>
        <p:nvSpPr>
          <p:cNvPr id="11" name="Año">
            <a:extLst>
              <a:ext uri="{FF2B5EF4-FFF2-40B4-BE49-F238E27FC236}">
                <a16:creationId xmlns:a16="http://schemas.microsoft.com/office/drawing/2014/main" id="{44D29552-2F85-4F4F-9B7F-B79798681FB6}"/>
              </a:ext>
            </a:extLst>
          </p:cNvPr>
          <p:cNvSpPr>
            <a:spLocks noGrp="1"/>
          </p:cNvSpPr>
          <p:nvPr>
            <p:ph type="body" sz="quarter" idx="38"/>
          </p:nvPr>
        </p:nvSpPr>
        <p:spPr>
          <a:xfrm>
            <a:off x="914400" y="4292468"/>
            <a:ext cx="731520" cy="457200"/>
          </a:xfrm>
        </p:spPr>
        <p:txBody>
          <a:bodyPr rtlCol="0">
            <a:normAutofit/>
          </a:bodyPr>
          <a:lstStyle/>
          <a:p>
            <a:pPr rtl="0"/>
            <a:r>
              <a:rPr lang="es-MX"/>
              <a:t>20XX</a:t>
            </a:r>
          </a:p>
        </p:txBody>
      </p:sp>
      <p:sp>
        <p:nvSpPr>
          <p:cNvPr id="20" name="Marcador de texto 19">
            <a:extLst>
              <a:ext uri="{FF2B5EF4-FFF2-40B4-BE49-F238E27FC236}">
                <a16:creationId xmlns:a16="http://schemas.microsoft.com/office/drawing/2014/main" id="{FEC65619-A68A-4D21-9D17-40F8692EF196}"/>
              </a:ext>
            </a:extLst>
          </p:cNvPr>
          <p:cNvSpPr>
            <a:spLocks noGrp="1"/>
          </p:cNvSpPr>
          <p:nvPr>
            <p:ph type="body" sz="quarter" idx="47"/>
          </p:nvPr>
        </p:nvSpPr>
        <p:spPr>
          <a:xfrm>
            <a:off x="1969915" y="4425696"/>
            <a:ext cx="640080" cy="201776"/>
          </a:xfrm>
        </p:spPr>
        <p:txBody>
          <a:bodyPr rtlCol="0">
            <a:normAutofit fontScale="85000" lnSpcReduction="20000"/>
          </a:bodyPr>
          <a:lstStyle/>
          <a:p>
            <a:pPr rtl="0"/>
            <a:r>
              <a:rPr lang="es-MX"/>
              <a:t>ENE</a:t>
            </a:r>
          </a:p>
        </p:txBody>
      </p:sp>
      <p:sp>
        <p:nvSpPr>
          <p:cNvPr id="21" name="Marcador de texto 20">
            <a:extLst>
              <a:ext uri="{FF2B5EF4-FFF2-40B4-BE49-F238E27FC236}">
                <a16:creationId xmlns:a16="http://schemas.microsoft.com/office/drawing/2014/main" id="{D9C4CCA5-A2BE-4897-994D-9B1669D69FD3}"/>
              </a:ext>
            </a:extLst>
          </p:cNvPr>
          <p:cNvSpPr>
            <a:spLocks noGrp="1"/>
          </p:cNvSpPr>
          <p:nvPr>
            <p:ph type="body" sz="quarter" idx="48"/>
          </p:nvPr>
        </p:nvSpPr>
        <p:spPr>
          <a:xfrm>
            <a:off x="2757602" y="4425696"/>
            <a:ext cx="640080" cy="201776"/>
          </a:xfrm>
        </p:spPr>
        <p:txBody>
          <a:bodyPr rtlCol="0">
            <a:normAutofit fontScale="85000" lnSpcReduction="20000"/>
          </a:bodyPr>
          <a:lstStyle/>
          <a:p>
            <a:pPr rtl="0"/>
            <a:r>
              <a:rPr lang="es-MX"/>
              <a:t>FEB</a:t>
            </a:r>
          </a:p>
        </p:txBody>
      </p:sp>
      <p:sp>
        <p:nvSpPr>
          <p:cNvPr id="22" name="Marcador de texto 21">
            <a:extLst>
              <a:ext uri="{FF2B5EF4-FFF2-40B4-BE49-F238E27FC236}">
                <a16:creationId xmlns:a16="http://schemas.microsoft.com/office/drawing/2014/main" id="{0C5FD452-DC3E-4D62-B19B-0A79E604A8A8}"/>
              </a:ext>
            </a:extLst>
          </p:cNvPr>
          <p:cNvSpPr>
            <a:spLocks noGrp="1"/>
          </p:cNvSpPr>
          <p:nvPr>
            <p:ph type="body" sz="quarter" idx="49"/>
          </p:nvPr>
        </p:nvSpPr>
        <p:spPr>
          <a:xfrm>
            <a:off x="3545289" y="4425696"/>
            <a:ext cx="640080" cy="201776"/>
          </a:xfrm>
        </p:spPr>
        <p:txBody>
          <a:bodyPr rtlCol="0">
            <a:normAutofit fontScale="85000" lnSpcReduction="20000"/>
          </a:bodyPr>
          <a:lstStyle/>
          <a:p>
            <a:pPr rtl="0"/>
            <a:r>
              <a:rPr lang="es-MX"/>
              <a:t>MAR</a:t>
            </a:r>
          </a:p>
        </p:txBody>
      </p:sp>
      <p:sp>
        <p:nvSpPr>
          <p:cNvPr id="23" name="Marcador de texto 22">
            <a:extLst>
              <a:ext uri="{FF2B5EF4-FFF2-40B4-BE49-F238E27FC236}">
                <a16:creationId xmlns:a16="http://schemas.microsoft.com/office/drawing/2014/main" id="{96D290B2-F312-4D9A-96C7-D40523406AC5}"/>
              </a:ext>
            </a:extLst>
          </p:cNvPr>
          <p:cNvSpPr>
            <a:spLocks noGrp="1"/>
          </p:cNvSpPr>
          <p:nvPr>
            <p:ph type="body" sz="quarter" idx="50"/>
          </p:nvPr>
        </p:nvSpPr>
        <p:spPr>
          <a:xfrm>
            <a:off x="4332976" y="4425696"/>
            <a:ext cx="640080" cy="201776"/>
          </a:xfrm>
        </p:spPr>
        <p:txBody>
          <a:bodyPr rtlCol="0">
            <a:normAutofit fontScale="85000" lnSpcReduction="20000"/>
          </a:bodyPr>
          <a:lstStyle/>
          <a:p>
            <a:pPr rtl="0"/>
            <a:r>
              <a:rPr lang="es-MX"/>
              <a:t>ABR</a:t>
            </a:r>
          </a:p>
        </p:txBody>
      </p:sp>
      <p:sp>
        <p:nvSpPr>
          <p:cNvPr id="24" name="Marcador de texto 23">
            <a:extLst>
              <a:ext uri="{FF2B5EF4-FFF2-40B4-BE49-F238E27FC236}">
                <a16:creationId xmlns:a16="http://schemas.microsoft.com/office/drawing/2014/main" id="{80E52477-0BA9-471B-B2C2-F1A03FCF188F}"/>
              </a:ext>
            </a:extLst>
          </p:cNvPr>
          <p:cNvSpPr>
            <a:spLocks noGrp="1"/>
          </p:cNvSpPr>
          <p:nvPr>
            <p:ph type="body" sz="quarter" idx="51"/>
          </p:nvPr>
        </p:nvSpPr>
        <p:spPr>
          <a:xfrm>
            <a:off x="5120663" y="4425696"/>
            <a:ext cx="640080" cy="201776"/>
          </a:xfrm>
        </p:spPr>
        <p:txBody>
          <a:bodyPr rtlCol="0">
            <a:normAutofit fontScale="85000" lnSpcReduction="20000"/>
          </a:bodyPr>
          <a:lstStyle/>
          <a:p>
            <a:pPr rtl="0"/>
            <a:r>
              <a:rPr lang="es-MX"/>
              <a:t>MAYO</a:t>
            </a:r>
          </a:p>
        </p:txBody>
      </p:sp>
      <p:sp>
        <p:nvSpPr>
          <p:cNvPr id="25" name="Marcador de texto 24">
            <a:extLst>
              <a:ext uri="{FF2B5EF4-FFF2-40B4-BE49-F238E27FC236}">
                <a16:creationId xmlns:a16="http://schemas.microsoft.com/office/drawing/2014/main" id="{70D1D022-03FA-47E6-8430-252C6D5B4C4E}"/>
              </a:ext>
            </a:extLst>
          </p:cNvPr>
          <p:cNvSpPr>
            <a:spLocks noGrp="1"/>
          </p:cNvSpPr>
          <p:nvPr>
            <p:ph type="body" sz="quarter" idx="52"/>
          </p:nvPr>
        </p:nvSpPr>
        <p:spPr>
          <a:xfrm>
            <a:off x="5908350" y="4425696"/>
            <a:ext cx="640080" cy="201776"/>
          </a:xfrm>
        </p:spPr>
        <p:txBody>
          <a:bodyPr rtlCol="0">
            <a:normAutofit fontScale="85000" lnSpcReduction="20000"/>
          </a:bodyPr>
          <a:lstStyle/>
          <a:p>
            <a:pPr rtl="0"/>
            <a:r>
              <a:rPr lang="es-MX"/>
              <a:t>JUN</a:t>
            </a:r>
          </a:p>
        </p:txBody>
      </p:sp>
      <p:sp>
        <p:nvSpPr>
          <p:cNvPr id="26" name="Marcador de texto 25">
            <a:extLst>
              <a:ext uri="{FF2B5EF4-FFF2-40B4-BE49-F238E27FC236}">
                <a16:creationId xmlns:a16="http://schemas.microsoft.com/office/drawing/2014/main" id="{FA7483FC-7290-41B1-B371-ECA1174519DE}"/>
              </a:ext>
            </a:extLst>
          </p:cNvPr>
          <p:cNvSpPr>
            <a:spLocks noGrp="1"/>
          </p:cNvSpPr>
          <p:nvPr>
            <p:ph type="body" sz="quarter" idx="53"/>
          </p:nvPr>
        </p:nvSpPr>
        <p:spPr>
          <a:xfrm>
            <a:off x="6696037" y="4425696"/>
            <a:ext cx="640080" cy="201776"/>
          </a:xfrm>
        </p:spPr>
        <p:txBody>
          <a:bodyPr rtlCol="0">
            <a:normAutofit fontScale="85000" lnSpcReduction="20000"/>
          </a:bodyPr>
          <a:lstStyle/>
          <a:p>
            <a:pPr rtl="0"/>
            <a:r>
              <a:rPr lang="es-MX"/>
              <a:t>JUL</a:t>
            </a:r>
          </a:p>
        </p:txBody>
      </p:sp>
      <p:sp>
        <p:nvSpPr>
          <p:cNvPr id="28" name="Marcador de texto 27">
            <a:extLst>
              <a:ext uri="{FF2B5EF4-FFF2-40B4-BE49-F238E27FC236}">
                <a16:creationId xmlns:a16="http://schemas.microsoft.com/office/drawing/2014/main" id="{D149E385-DCE9-4DC9-8F0A-F8BAF02D9797}"/>
              </a:ext>
            </a:extLst>
          </p:cNvPr>
          <p:cNvSpPr>
            <a:spLocks noGrp="1"/>
          </p:cNvSpPr>
          <p:nvPr>
            <p:ph type="body" sz="quarter" idx="55"/>
          </p:nvPr>
        </p:nvSpPr>
        <p:spPr>
          <a:xfrm>
            <a:off x="7483724" y="4425696"/>
            <a:ext cx="640080" cy="201776"/>
          </a:xfrm>
        </p:spPr>
        <p:txBody>
          <a:bodyPr rtlCol="0">
            <a:normAutofit fontScale="85000" lnSpcReduction="20000"/>
          </a:bodyPr>
          <a:lstStyle/>
          <a:p>
            <a:pPr rtl="0"/>
            <a:r>
              <a:rPr lang="es-MX"/>
              <a:t>AGO</a:t>
            </a:r>
          </a:p>
        </p:txBody>
      </p:sp>
      <p:sp>
        <p:nvSpPr>
          <p:cNvPr id="29" name="Marcador de texto 28">
            <a:extLst>
              <a:ext uri="{FF2B5EF4-FFF2-40B4-BE49-F238E27FC236}">
                <a16:creationId xmlns:a16="http://schemas.microsoft.com/office/drawing/2014/main" id="{B7A506EE-32D5-4685-97A6-8FDFEF238C43}"/>
              </a:ext>
            </a:extLst>
          </p:cNvPr>
          <p:cNvSpPr>
            <a:spLocks noGrp="1"/>
          </p:cNvSpPr>
          <p:nvPr>
            <p:ph type="body" sz="quarter" idx="56"/>
          </p:nvPr>
        </p:nvSpPr>
        <p:spPr>
          <a:xfrm>
            <a:off x="8271411" y="4425696"/>
            <a:ext cx="640080" cy="201776"/>
          </a:xfrm>
        </p:spPr>
        <p:txBody>
          <a:bodyPr rtlCol="0">
            <a:normAutofit fontScale="85000" lnSpcReduction="20000"/>
          </a:bodyPr>
          <a:lstStyle/>
          <a:p>
            <a:pPr rtl="0"/>
            <a:r>
              <a:rPr lang="es-MX"/>
              <a:t>SEP</a:t>
            </a:r>
          </a:p>
        </p:txBody>
      </p:sp>
      <p:sp>
        <p:nvSpPr>
          <p:cNvPr id="27" name="Marcador de texto 26">
            <a:extLst>
              <a:ext uri="{FF2B5EF4-FFF2-40B4-BE49-F238E27FC236}">
                <a16:creationId xmlns:a16="http://schemas.microsoft.com/office/drawing/2014/main" id="{1787EDAC-5EAB-4A0D-9BD2-D6E9FD0B26A1}"/>
              </a:ext>
            </a:extLst>
          </p:cNvPr>
          <p:cNvSpPr>
            <a:spLocks noGrp="1"/>
          </p:cNvSpPr>
          <p:nvPr>
            <p:ph type="body" sz="quarter" idx="54"/>
          </p:nvPr>
        </p:nvSpPr>
        <p:spPr>
          <a:xfrm>
            <a:off x="9059098" y="4425696"/>
            <a:ext cx="640080" cy="201776"/>
          </a:xfrm>
        </p:spPr>
        <p:txBody>
          <a:bodyPr rtlCol="0">
            <a:normAutofit fontScale="85000" lnSpcReduction="20000"/>
          </a:bodyPr>
          <a:lstStyle/>
          <a:p>
            <a:pPr rtl="0"/>
            <a:r>
              <a:rPr lang="es-MX"/>
              <a:t>OCT</a:t>
            </a:r>
          </a:p>
        </p:txBody>
      </p:sp>
      <p:sp>
        <p:nvSpPr>
          <p:cNvPr id="30" name="Marcador de texto 29">
            <a:extLst>
              <a:ext uri="{FF2B5EF4-FFF2-40B4-BE49-F238E27FC236}">
                <a16:creationId xmlns:a16="http://schemas.microsoft.com/office/drawing/2014/main" id="{E80CB353-63CA-4305-9748-807B6905DBFF}"/>
              </a:ext>
            </a:extLst>
          </p:cNvPr>
          <p:cNvSpPr>
            <a:spLocks noGrp="1"/>
          </p:cNvSpPr>
          <p:nvPr>
            <p:ph type="body" sz="quarter" idx="57"/>
          </p:nvPr>
        </p:nvSpPr>
        <p:spPr>
          <a:xfrm>
            <a:off x="9846785" y="4425696"/>
            <a:ext cx="640080" cy="201776"/>
          </a:xfrm>
        </p:spPr>
        <p:txBody>
          <a:bodyPr rtlCol="0">
            <a:normAutofit fontScale="85000" lnSpcReduction="20000"/>
          </a:bodyPr>
          <a:lstStyle/>
          <a:p>
            <a:pPr rtl="0"/>
            <a:r>
              <a:rPr lang="es-MX"/>
              <a:t>NOV</a:t>
            </a:r>
          </a:p>
        </p:txBody>
      </p:sp>
      <p:sp>
        <p:nvSpPr>
          <p:cNvPr id="31" name="Marcador de texto 30">
            <a:extLst>
              <a:ext uri="{FF2B5EF4-FFF2-40B4-BE49-F238E27FC236}">
                <a16:creationId xmlns:a16="http://schemas.microsoft.com/office/drawing/2014/main" id="{1B52C010-5159-4F61-821F-E73647E7C066}"/>
              </a:ext>
            </a:extLst>
          </p:cNvPr>
          <p:cNvSpPr>
            <a:spLocks noGrp="1"/>
          </p:cNvSpPr>
          <p:nvPr>
            <p:ph type="body" sz="quarter" idx="58"/>
          </p:nvPr>
        </p:nvSpPr>
        <p:spPr>
          <a:xfrm>
            <a:off x="10634472" y="4425696"/>
            <a:ext cx="640080" cy="201776"/>
          </a:xfrm>
        </p:spPr>
        <p:txBody>
          <a:bodyPr rtlCol="0">
            <a:normAutofit fontScale="85000" lnSpcReduction="20000"/>
          </a:bodyPr>
          <a:lstStyle/>
          <a:p>
            <a:pPr rtl="0"/>
            <a:r>
              <a:rPr lang="es-MX"/>
              <a:t>DIC</a:t>
            </a:r>
          </a:p>
        </p:txBody>
      </p:sp>
      <p:cxnSp>
        <p:nvCxnSpPr>
          <p:cNvPr id="45" name="Conector recto 44">
            <a:extLst>
              <a:ext uri="{FF2B5EF4-FFF2-40B4-BE49-F238E27FC236}">
                <a16:creationId xmlns:a16="http://schemas.microsoft.com/office/drawing/2014/main" id="{7AAE5EC1-092E-4A01-B866-C63F654AC331}"/>
              </a:ext>
              <a:ext uri="{C183D7F6-B498-43B3-948B-1728B52AA6E4}">
                <adec:decorative xmlns:adec="http://schemas.microsoft.com/office/drawing/2017/decorative" val="1"/>
              </a:ext>
            </a:extLst>
          </p:cNvPr>
          <p:cNvCxnSpPr>
            <a:cxnSpLocks/>
            <a:endCxn id="33" idx="0"/>
          </p:cNvCxnSpPr>
          <p:nvPr/>
        </p:nvCxnSpPr>
        <p:spPr>
          <a:xfrm>
            <a:off x="3073920" y="2904543"/>
            <a:ext cx="3722" cy="53340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3" name="Conector recto 52">
            <a:extLst>
              <a:ext uri="{FF2B5EF4-FFF2-40B4-BE49-F238E27FC236}">
                <a16:creationId xmlns:a16="http://schemas.microsoft.com/office/drawing/2014/main" id="{044DC497-37D3-454C-98C5-A4A1043E55E5}"/>
              </a:ext>
              <a:ext uri="{C183D7F6-B498-43B3-948B-1728B52AA6E4}">
                <adec:decorative xmlns:adec="http://schemas.microsoft.com/office/drawing/2017/decorative" val="1"/>
              </a:ext>
            </a:extLst>
          </p:cNvPr>
          <p:cNvCxnSpPr>
            <a:cxnSpLocks/>
            <a:endCxn id="34" idx="0"/>
          </p:cNvCxnSpPr>
          <p:nvPr/>
        </p:nvCxnSpPr>
        <p:spPr>
          <a:xfrm>
            <a:off x="6218933" y="2901831"/>
            <a:ext cx="6667" cy="538024"/>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5" name="Conector recto 54">
            <a:extLst>
              <a:ext uri="{FF2B5EF4-FFF2-40B4-BE49-F238E27FC236}">
                <a16:creationId xmlns:a16="http://schemas.microsoft.com/office/drawing/2014/main" id="{EF3C6EDC-B2DD-42F0-911D-04963A0F20BE}"/>
              </a:ext>
              <a:ext uri="{C183D7F6-B498-43B3-948B-1728B52AA6E4}">
                <adec:decorative xmlns:adec="http://schemas.microsoft.com/office/drawing/2017/decorative" val="1"/>
              </a:ext>
            </a:extLst>
          </p:cNvPr>
          <p:cNvCxnSpPr>
            <a:cxnSpLocks/>
            <a:endCxn id="35" idx="0"/>
          </p:cNvCxnSpPr>
          <p:nvPr/>
        </p:nvCxnSpPr>
        <p:spPr>
          <a:xfrm>
            <a:off x="10150019" y="2905616"/>
            <a:ext cx="0" cy="532327"/>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3" name="Rectángulo 32">
            <a:extLst>
              <a:ext uri="{FF2B5EF4-FFF2-40B4-BE49-F238E27FC236}">
                <a16:creationId xmlns:a16="http://schemas.microsoft.com/office/drawing/2014/main" id="{3FBB4508-2CA6-4A49-9EAD-91DB1B20514A}"/>
              </a:ext>
              <a:ext uri="{C183D7F6-B498-43B3-948B-1728B52AA6E4}">
                <adec:decorative xmlns:adec="http://schemas.microsoft.com/office/drawing/2017/decorative" val="1"/>
              </a:ext>
            </a:extLst>
          </p:cNvPr>
          <p:cNvSpPr/>
          <p:nvPr/>
        </p:nvSpPr>
        <p:spPr>
          <a:xfrm>
            <a:off x="2814179" y="3437943"/>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a:p>
        </p:txBody>
      </p:sp>
      <p:sp>
        <p:nvSpPr>
          <p:cNvPr id="34" name="Rectángulo 33">
            <a:extLst>
              <a:ext uri="{FF2B5EF4-FFF2-40B4-BE49-F238E27FC236}">
                <a16:creationId xmlns:a16="http://schemas.microsoft.com/office/drawing/2014/main" id="{88989049-2208-43EB-A323-1B5374E0A2D0}"/>
              </a:ext>
              <a:ext uri="{C183D7F6-B498-43B3-948B-1728B52AA6E4}">
                <adec:decorative xmlns:adec="http://schemas.microsoft.com/office/drawing/2017/decorative" val="1"/>
              </a:ext>
            </a:extLst>
          </p:cNvPr>
          <p:cNvSpPr/>
          <p:nvPr/>
        </p:nvSpPr>
        <p:spPr>
          <a:xfrm>
            <a:off x="5962137" y="3439855"/>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a:p>
        </p:txBody>
      </p:sp>
      <p:sp>
        <p:nvSpPr>
          <p:cNvPr id="35" name="Rectángulo 34">
            <a:extLst>
              <a:ext uri="{FF2B5EF4-FFF2-40B4-BE49-F238E27FC236}">
                <a16:creationId xmlns:a16="http://schemas.microsoft.com/office/drawing/2014/main" id="{E3093EB5-1D82-4E0B-A4EF-8517FC047E4C}"/>
              </a:ext>
              <a:ext uri="{C183D7F6-B498-43B3-948B-1728B52AA6E4}">
                <adec:decorative xmlns:adec="http://schemas.microsoft.com/office/drawing/2017/decorative" val="1"/>
              </a:ext>
            </a:extLst>
          </p:cNvPr>
          <p:cNvSpPr/>
          <p:nvPr/>
        </p:nvSpPr>
        <p:spPr>
          <a:xfrm>
            <a:off x="9886556" y="3437943"/>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a:p>
        </p:txBody>
      </p:sp>
      <p:sp>
        <p:nvSpPr>
          <p:cNvPr id="56" name="Marcador de texto 31">
            <a:extLst>
              <a:ext uri="{FF2B5EF4-FFF2-40B4-BE49-F238E27FC236}">
                <a16:creationId xmlns:a16="http://schemas.microsoft.com/office/drawing/2014/main" id="{6E8FAB27-F000-4DFF-8595-B8ADBB6058E9}"/>
              </a:ext>
            </a:extLst>
          </p:cNvPr>
          <p:cNvSpPr txBox="1">
            <a:spLocks/>
          </p:cNvSpPr>
          <p:nvPr/>
        </p:nvSpPr>
        <p:spPr>
          <a:xfrm>
            <a:off x="1259117" y="5206365"/>
            <a:ext cx="2057804" cy="561975"/>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lnSpc>
                <a:spcPct val="150000"/>
              </a:lnSpc>
              <a:buFont typeface="Arial" panose="020B0604020202020204" pitchFamily="34" charset="0"/>
              <a:buNone/>
            </a:pPr>
            <a:r>
              <a:rPr lang="es-MX" sz="1400" spc="150">
                <a:latin typeface="+mj-lt"/>
                <a:ea typeface="+mj-ea"/>
                <a:cs typeface="+mj-cs"/>
              </a:rPr>
              <a:t>HACER GRUPOS DE DISCUSIÓN</a:t>
            </a:r>
            <a:endParaRPr lang="es-MX" sz="1100"/>
          </a:p>
        </p:txBody>
      </p:sp>
      <p:cxnSp>
        <p:nvCxnSpPr>
          <p:cNvPr id="57" name="Conector recto 56">
            <a:extLst>
              <a:ext uri="{FF2B5EF4-FFF2-40B4-BE49-F238E27FC236}">
                <a16:creationId xmlns:a16="http://schemas.microsoft.com/office/drawing/2014/main" id="{0C8EDAF4-CF26-40C7-AACE-2482D9323350}"/>
              </a:ext>
              <a:ext uri="{C183D7F6-B498-43B3-948B-1728B52AA6E4}">
                <adec:decorative xmlns:adec="http://schemas.microsoft.com/office/drawing/2017/decorative" val="1"/>
              </a:ext>
            </a:extLst>
          </p:cNvPr>
          <p:cNvCxnSpPr>
            <a:cxnSpLocks/>
            <a:stCxn id="48" idx="2"/>
          </p:cNvCxnSpPr>
          <p:nvPr/>
        </p:nvCxnSpPr>
        <p:spPr>
          <a:xfrm>
            <a:off x="2286000" y="4638776"/>
            <a:ext cx="2019" cy="537881"/>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59" name="Marcador de texto 31">
            <a:extLst>
              <a:ext uri="{FF2B5EF4-FFF2-40B4-BE49-F238E27FC236}">
                <a16:creationId xmlns:a16="http://schemas.microsoft.com/office/drawing/2014/main" id="{234079D9-E00C-4C6B-9F2D-D0BCB9C9D7D8}"/>
              </a:ext>
            </a:extLst>
          </p:cNvPr>
          <p:cNvSpPr txBox="1">
            <a:spLocks/>
          </p:cNvSpPr>
          <p:nvPr/>
        </p:nvSpPr>
        <p:spPr>
          <a:xfrm>
            <a:off x="4406652" y="5206365"/>
            <a:ext cx="2057804" cy="5619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lnSpc>
                <a:spcPct val="150000"/>
              </a:lnSpc>
              <a:buFont typeface="Arial" panose="020B0604020202020204" pitchFamily="34" charset="0"/>
              <a:buNone/>
            </a:pPr>
            <a:r>
              <a:rPr lang="es-MX" sz="1400" spc="150">
                <a:latin typeface="+mj-lt"/>
                <a:ea typeface="+mj-ea"/>
                <a:cs typeface="+mj-cs"/>
              </a:rPr>
              <a:t>DISEÑO DE PRUEBA</a:t>
            </a:r>
            <a:endParaRPr lang="es-MX" sz="1100"/>
          </a:p>
        </p:txBody>
      </p:sp>
      <p:cxnSp>
        <p:nvCxnSpPr>
          <p:cNvPr id="61" name="Conector recto 60">
            <a:extLst>
              <a:ext uri="{FF2B5EF4-FFF2-40B4-BE49-F238E27FC236}">
                <a16:creationId xmlns:a16="http://schemas.microsoft.com/office/drawing/2014/main" id="{F8C93671-1250-4705-A092-97036B901279}"/>
              </a:ext>
              <a:ext uri="{C183D7F6-B498-43B3-948B-1728B52AA6E4}">
                <adec:decorative xmlns:adec="http://schemas.microsoft.com/office/drawing/2017/decorative" val="1"/>
              </a:ext>
            </a:extLst>
          </p:cNvPr>
          <p:cNvCxnSpPr>
            <a:cxnSpLocks/>
            <a:stCxn id="51" idx="2"/>
          </p:cNvCxnSpPr>
          <p:nvPr/>
        </p:nvCxnSpPr>
        <p:spPr>
          <a:xfrm>
            <a:off x="5434293" y="4638776"/>
            <a:ext cx="1261" cy="537881"/>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63" name="Marcador de texto 31">
            <a:extLst>
              <a:ext uri="{FF2B5EF4-FFF2-40B4-BE49-F238E27FC236}">
                <a16:creationId xmlns:a16="http://schemas.microsoft.com/office/drawing/2014/main" id="{7C5F4630-959D-43D6-A6F0-5D5F3A4117C1}"/>
              </a:ext>
            </a:extLst>
          </p:cNvPr>
          <p:cNvSpPr txBox="1">
            <a:spLocks/>
          </p:cNvSpPr>
          <p:nvPr/>
        </p:nvSpPr>
        <p:spPr>
          <a:xfrm>
            <a:off x="7581698" y="5206365"/>
            <a:ext cx="2057804" cy="5619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lnSpc>
                <a:spcPct val="150000"/>
              </a:lnSpc>
              <a:buFont typeface="Arial" panose="020B0604020202020204" pitchFamily="34" charset="0"/>
              <a:buNone/>
            </a:pPr>
            <a:r>
              <a:rPr lang="es-MX" sz="1400" spc="150">
                <a:latin typeface="+mj-lt"/>
                <a:ea typeface="+mj-ea"/>
                <a:cs typeface="+mj-cs"/>
              </a:rPr>
              <a:t>LANZAR DISEÑO</a:t>
            </a:r>
            <a:endParaRPr lang="es-MX" sz="1100"/>
          </a:p>
        </p:txBody>
      </p:sp>
      <p:cxnSp>
        <p:nvCxnSpPr>
          <p:cNvPr id="65" name="Conector recto 64">
            <a:extLst>
              <a:ext uri="{FF2B5EF4-FFF2-40B4-BE49-F238E27FC236}">
                <a16:creationId xmlns:a16="http://schemas.microsoft.com/office/drawing/2014/main" id="{F6C72AC5-2842-4966-BBE7-6F407A9C359B}"/>
              </a:ext>
              <a:ext uri="{C183D7F6-B498-43B3-948B-1728B52AA6E4}">
                <adec:decorative xmlns:adec="http://schemas.microsoft.com/office/drawing/2017/decorative" val="1"/>
              </a:ext>
            </a:extLst>
          </p:cNvPr>
          <p:cNvCxnSpPr>
            <a:cxnSpLocks/>
            <a:stCxn id="58" idx="2"/>
          </p:cNvCxnSpPr>
          <p:nvPr/>
        </p:nvCxnSpPr>
        <p:spPr>
          <a:xfrm>
            <a:off x="8591938" y="4638776"/>
            <a:ext cx="0" cy="537881"/>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8" name="Rectángulo 47">
            <a:extLst>
              <a:ext uri="{FF2B5EF4-FFF2-40B4-BE49-F238E27FC236}">
                <a16:creationId xmlns:a16="http://schemas.microsoft.com/office/drawing/2014/main" id="{1DC26F87-2877-496A-B506-6A562ACD90AE}"/>
              </a:ext>
              <a:ext uri="{C183D7F6-B498-43B3-948B-1728B52AA6E4}">
                <adec:decorative xmlns:adec="http://schemas.microsoft.com/office/drawing/2017/decorative" val="1"/>
              </a:ext>
            </a:extLst>
          </p:cNvPr>
          <p:cNvSpPr/>
          <p:nvPr/>
        </p:nvSpPr>
        <p:spPr>
          <a:xfrm>
            <a:off x="2022537" y="4363848"/>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a:p>
        </p:txBody>
      </p:sp>
      <p:sp>
        <p:nvSpPr>
          <p:cNvPr id="51" name="Rectángulo 50">
            <a:extLst>
              <a:ext uri="{FF2B5EF4-FFF2-40B4-BE49-F238E27FC236}">
                <a16:creationId xmlns:a16="http://schemas.microsoft.com/office/drawing/2014/main" id="{94959EA3-B71F-49E3-A68E-1329BE0461B0}"/>
              </a:ext>
              <a:ext uri="{C183D7F6-B498-43B3-948B-1728B52AA6E4}">
                <adec:decorative xmlns:adec="http://schemas.microsoft.com/office/drawing/2017/decorative" val="1"/>
              </a:ext>
            </a:extLst>
          </p:cNvPr>
          <p:cNvSpPr/>
          <p:nvPr/>
        </p:nvSpPr>
        <p:spPr>
          <a:xfrm>
            <a:off x="5170830" y="4363848"/>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a:p>
        </p:txBody>
      </p:sp>
      <p:sp>
        <p:nvSpPr>
          <p:cNvPr id="58" name="Rectángulo 57">
            <a:extLst>
              <a:ext uri="{FF2B5EF4-FFF2-40B4-BE49-F238E27FC236}">
                <a16:creationId xmlns:a16="http://schemas.microsoft.com/office/drawing/2014/main" id="{082DCB52-65FA-4B5F-8785-060AF61C386B}"/>
              </a:ext>
              <a:ext uri="{C183D7F6-B498-43B3-948B-1728B52AA6E4}">
                <adec:decorative xmlns:adec="http://schemas.microsoft.com/office/drawing/2017/decorative" val="1"/>
              </a:ext>
            </a:extLst>
          </p:cNvPr>
          <p:cNvSpPr/>
          <p:nvPr/>
        </p:nvSpPr>
        <p:spPr>
          <a:xfrm>
            <a:off x="8328475" y="4363848"/>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a:p>
        </p:txBody>
      </p:sp>
      <p:sp>
        <p:nvSpPr>
          <p:cNvPr id="66" name="Marcador de fecha 65">
            <a:extLst>
              <a:ext uri="{FF2B5EF4-FFF2-40B4-BE49-F238E27FC236}">
                <a16:creationId xmlns:a16="http://schemas.microsoft.com/office/drawing/2014/main" id="{FF303B66-BE3D-4142-824A-9EE2B01725EA}"/>
              </a:ext>
            </a:extLst>
          </p:cNvPr>
          <p:cNvSpPr>
            <a:spLocks noGrp="1"/>
          </p:cNvSpPr>
          <p:nvPr>
            <p:ph type="dt" sz="half" idx="10"/>
          </p:nvPr>
        </p:nvSpPr>
        <p:spPr>
          <a:xfrm>
            <a:off x="838200" y="6356350"/>
            <a:ext cx="2743200" cy="365125"/>
          </a:xfrm>
        </p:spPr>
        <p:txBody>
          <a:bodyPr rtlCol="0"/>
          <a:lstStyle/>
          <a:p>
            <a:pPr rtl="0"/>
            <a:r>
              <a:rPr lang="es-MX"/>
              <a:t>20XX</a:t>
            </a:r>
          </a:p>
        </p:txBody>
      </p:sp>
      <p:sp>
        <p:nvSpPr>
          <p:cNvPr id="3" name="Marcador de pie de página 2">
            <a:extLst>
              <a:ext uri="{FF2B5EF4-FFF2-40B4-BE49-F238E27FC236}">
                <a16:creationId xmlns:a16="http://schemas.microsoft.com/office/drawing/2014/main" id="{BA35BD6B-402B-4987-9FCE-9A6924EE2F00}"/>
              </a:ext>
            </a:extLst>
          </p:cNvPr>
          <p:cNvSpPr>
            <a:spLocks noGrp="1"/>
          </p:cNvSpPr>
          <p:nvPr>
            <p:ph type="ftr" sz="quarter" idx="11"/>
          </p:nvPr>
        </p:nvSpPr>
        <p:spPr>
          <a:xfrm>
            <a:off x="4038600" y="6356350"/>
            <a:ext cx="4114800" cy="365125"/>
          </a:xfrm>
        </p:spPr>
        <p:txBody>
          <a:bodyPr rtlCol="0"/>
          <a:lstStyle/>
          <a:p>
            <a:pPr rtl="0"/>
            <a:r>
              <a:rPr lang="es-MX"/>
              <a:t>Presentación de lanzamiento</a:t>
            </a:r>
          </a:p>
        </p:txBody>
      </p:sp>
      <p:sp>
        <p:nvSpPr>
          <p:cNvPr id="4" name="Marcador de número de diapositiva 3">
            <a:extLst>
              <a:ext uri="{FF2B5EF4-FFF2-40B4-BE49-F238E27FC236}">
                <a16:creationId xmlns:a16="http://schemas.microsoft.com/office/drawing/2014/main" id="{E259ECD5-0EAD-48D0-B30B-16305BC1062F}"/>
              </a:ext>
            </a:extLst>
          </p:cNvPr>
          <p:cNvSpPr>
            <a:spLocks noGrp="1"/>
          </p:cNvSpPr>
          <p:nvPr>
            <p:ph type="sldNum" sz="quarter" idx="12"/>
          </p:nvPr>
        </p:nvSpPr>
        <p:spPr>
          <a:xfrm>
            <a:off x="8610600" y="6356350"/>
            <a:ext cx="2743200" cy="365125"/>
          </a:xfrm>
        </p:spPr>
        <p:txBody>
          <a:bodyPr rtlCol="0"/>
          <a:lstStyle/>
          <a:p>
            <a:pPr rtl="0"/>
            <a:fld id="{19B51A1E-902D-48AF-9020-955120F399B6}" type="slidenum">
              <a:rPr lang="es-MX" smtClean="0"/>
              <a:pPr rtl="0"/>
              <a:t>14</a:t>
            </a:fld>
            <a:endParaRPr lang="es-MX"/>
          </a:p>
        </p:txBody>
      </p:sp>
    </p:spTree>
    <p:extLst>
      <p:ext uri="{BB962C8B-B14F-4D97-AF65-F5344CB8AC3E}">
        <p14:creationId xmlns:p14="http://schemas.microsoft.com/office/powerpoint/2010/main" val="578975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ítulo 10">
            <a:extLst>
              <a:ext uri="{FF2B5EF4-FFF2-40B4-BE49-F238E27FC236}">
                <a16:creationId xmlns:a16="http://schemas.microsoft.com/office/drawing/2014/main" id="{B1B29E87-9C2C-400B-834D-4E4BD6E944D0}"/>
              </a:ext>
            </a:extLst>
          </p:cNvPr>
          <p:cNvSpPr>
            <a:spLocks noGrp="1"/>
          </p:cNvSpPr>
          <p:nvPr>
            <p:ph type="title"/>
          </p:nvPr>
        </p:nvSpPr>
        <p:spPr>
          <a:xfrm>
            <a:off x="838200" y="365125"/>
            <a:ext cx="10515600" cy="1325563"/>
          </a:xfrm>
        </p:spPr>
        <p:txBody>
          <a:bodyPr rtlCol="0" anchor="ctr">
            <a:normAutofit/>
          </a:bodyPr>
          <a:lstStyle/>
          <a:p>
            <a:pPr rtl="0"/>
            <a:r>
              <a:rPr lang="es-MX"/>
              <a:t>FINANZAS</a:t>
            </a:r>
          </a:p>
        </p:txBody>
      </p:sp>
      <p:graphicFrame>
        <p:nvGraphicFramePr>
          <p:cNvPr id="17" name="Tabla 9">
            <a:extLst>
              <a:ext uri="{FF2B5EF4-FFF2-40B4-BE49-F238E27FC236}">
                <a16:creationId xmlns:a16="http://schemas.microsoft.com/office/drawing/2014/main" id="{CD227AD3-0512-4367-9783-E5F086A86CF5}"/>
              </a:ext>
            </a:extLst>
          </p:cNvPr>
          <p:cNvGraphicFramePr>
            <a:graphicFrameLocks noGrp="1"/>
          </p:cNvGraphicFramePr>
          <p:nvPr>
            <p:ph type="dgm" sz="quarter" idx="15"/>
            <p:extLst>
              <p:ext uri="{D42A27DB-BD31-4B8C-83A1-F6EECF244321}">
                <p14:modId xmlns:p14="http://schemas.microsoft.com/office/powerpoint/2010/main" val="4228845965"/>
              </p:ext>
            </p:extLst>
          </p:nvPr>
        </p:nvGraphicFramePr>
        <p:xfrm>
          <a:off x="838200" y="2138363"/>
          <a:ext cx="10515596" cy="3701178"/>
        </p:xfrm>
        <a:graphic>
          <a:graphicData uri="http://schemas.openxmlformats.org/drawingml/2006/table">
            <a:tbl>
              <a:tblPr firstRow="1" bandRow="1">
                <a:tableStyleId>{5C22544A-7EE6-4342-B048-85BDC9FD1C3A}</a:tableStyleId>
              </a:tblPr>
              <a:tblGrid>
                <a:gridCol w="3235076">
                  <a:extLst>
                    <a:ext uri="{9D8B030D-6E8A-4147-A177-3AD203B41FA5}">
                      <a16:colId xmlns:a16="http://schemas.microsoft.com/office/drawing/2014/main" val="3446012419"/>
                    </a:ext>
                  </a:extLst>
                </a:gridCol>
                <a:gridCol w="1717424">
                  <a:extLst>
                    <a:ext uri="{9D8B030D-6E8A-4147-A177-3AD203B41FA5}">
                      <a16:colId xmlns:a16="http://schemas.microsoft.com/office/drawing/2014/main" val="4052646397"/>
                    </a:ext>
                  </a:extLst>
                </a:gridCol>
                <a:gridCol w="2118664">
                  <a:extLst>
                    <a:ext uri="{9D8B030D-6E8A-4147-A177-3AD203B41FA5}">
                      <a16:colId xmlns:a16="http://schemas.microsoft.com/office/drawing/2014/main" val="1935352797"/>
                    </a:ext>
                  </a:extLst>
                </a:gridCol>
                <a:gridCol w="2277791">
                  <a:extLst>
                    <a:ext uri="{9D8B030D-6E8A-4147-A177-3AD203B41FA5}">
                      <a16:colId xmlns:a16="http://schemas.microsoft.com/office/drawing/2014/main" val="1218263486"/>
                    </a:ext>
                  </a:extLst>
                </a:gridCol>
                <a:gridCol w="1166641">
                  <a:extLst>
                    <a:ext uri="{9D8B030D-6E8A-4147-A177-3AD203B41FA5}">
                      <a16:colId xmlns:a16="http://schemas.microsoft.com/office/drawing/2014/main" val="3235153012"/>
                    </a:ext>
                  </a:extLst>
                </a:gridCol>
              </a:tblGrid>
              <a:tr h="284706">
                <a:tc>
                  <a:txBody>
                    <a:bodyPr/>
                    <a:lstStyle/>
                    <a:p>
                      <a:pPr algn="l" rtl="0" fontAlgn="b"/>
                      <a:endParaRPr lang="es-MX" sz="1200" b="0" i="0" u="none" strike="noStrike" noProof="0">
                        <a:solidFill>
                          <a:schemeClr val="bg1"/>
                        </a:solidFill>
                        <a:effectLst/>
                        <a:latin typeface="+mn-lt"/>
                      </a:endParaRPr>
                    </a:p>
                  </a:txBody>
                  <a:tcPr marL="24019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solidFill>
                  </a:tcPr>
                </a:tc>
                <a:tc>
                  <a:txBody>
                    <a:bodyPr/>
                    <a:lstStyle/>
                    <a:p>
                      <a:pPr algn="r" rtl="0" fontAlgn="b"/>
                      <a:r>
                        <a:rPr lang="es-MX" sz="1200" b="1" u="none" strike="noStrike" noProof="0">
                          <a:solidFill>
                            <a:schemeClr val="bg1"/>
                          </a:solidFill>
                          <a:effectLst/>
                        </a:rPr>
                        <a:t>Año 1</a:t>
                      </a:r>
                      <a:endParaRPr lang="es-MX" sz="1200" b="1" i="0" u="none" strike="noStrike" noProof="0">
                        <a:solidFill>
                          <a:schemeClr val="bg1"/>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solidFill>
                  </a:tcPr>
                </a:tc>
                <a:tc>
                  <a:txBody>
                    <a:bodyPr/>
                    <a:lstStyle/>
                    <a:p>
                      <a:pPr algn="r" rtl="0" fontAlgn="b"/>
                      <a:r>
                        <a:rPr lang="es-MX" sz="1200" b="1" u="none" strike="noStrike" noProof="0">
                          <a:solidFill>
                            <a:schemeClr val="bg1"/>
                          </a:solidFill>
                          <a:effectLst/>
                        </a:rPr>
                        <a:t>Año 2</a:t>
                      </a:r>
                      <a:endParaRPr lang="es-MX" sz="1200" b="1" i="0" u="none" strike="noStrike" noProof="0">
                        <a:solidFill>
                          <a:schemeClr val="bg1"/>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solidFill>
                  </a:tcPr>
                </a:tc>
                <a:tc>
                  <a:txBody>
                    <a:bodyPr/>
                    <a:lstStyle/>
                    <a:p>
                      <a:pPr algn="r" rtl="0" fontAlgn="b"/>
                      <a:r>
                        <a:rPr lang="es-MX" sz="1200" b="1" u="none" strike="noStrike" noProof="0">
                          <a:solidFill>
                            <a:schemeClr val="bg1"/>
                          </a:solidFill>
                          <a:effectLst/>
                        </a:rPr>
                        <a:t>Año 3</a:t>
                      </a:r>
                      <a:endParaRPr lang="es-MX" sz="1200" b="1" i="0" u="none" strike="noStrike" noProof="0">
                        <a:solidFill>
                          <a:schemeClr val="bg1"/>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solidFill>
                  </a:tcPr>
                </a:tc>
                <a:tc>
                  <a:txBody>
                    <a:bodyPr/>
                    <a:lstStyle/>
                    <a:p>
                      <a:pPr algn="l" rtl="0" fontAlgn="b"/>
                      <a:endParaRPr lang="es-MX" sz="1200" b="0" i="0" u="none" strike="noStrike" noProof="0">
                        <a:solidFill>
                          <a:schemeClr val="bg1"/>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4140773105"/>
                  </a:ext>
                </a:extLst>
              </a:tr>
              <a:tr h="284706">
                <a:tc>
                  <a:txBody>
                    <a:bodyPr/>
                    <a:lstStyle/>
                    <a:p>
                      <a:pPr algn="l" rtl="0" fontAlgn="b"/>
                      <a:r>
                        <a:rPr lang="es-MX" sz="1200" b="0" i="0" u="none" strike="noStrike" noProof="0">
                          <a:solidFill>
                            <a:schemeClr val="tx1"/>
                          </a:solidFill>
                          <a:effectLst/>
                          <a:latin typeface="+mn-lt"/>
                        </a:rPr>
                        <a:t>INGRESOS</a:t>
                      </a:r>
                    </a:p>
                  </a:txBody>
                  <a:tcPr marL="240191" marR="76261" marT="38130" marB="3813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r" rtl="0" fontAlgn="b"/>
                      <a:endParaRPr lang="es-MX" sz="1200" b="0" i="0" u="none" strike="noStrike" noProof="0">
                        <a:solidFill>
                          <a:schemeClr val="tx1"/>
                        </a:solidFill>
                        <a:effectLst/>
                        <a:latin typeface="+mn-lt"/>
                      </a:endParaRPr>
                    </a:p>
                  </a:txBody>
                  <a:tcPr marL="76261" marR="76261" marT="38130" marB="3813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r" rtl="0" fontAlgn="b"/>
                      <a:endParaRPr lang="es-MX" sz="1200" b="0" i="0" u="none" strike="noStrike" noProof="0">
                        <a:solidFill>
                          <a:schemeClr val="tx1"/>
                        </a:solidFill>
                        <a:effectLst/>
                        <a:latin typeface="+mn-lt"/>
                      </a:endParaRPr>
                    </a:p>
                  </a:txBody>
                  <a:tcPr marL="76261" marR="76261" marT="38130" marB="3813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r" rtl="0" fontAlgn="b"/>
                      <a:endParaRPr lang="es-MX" sz="1200" b="0" i="0" u="none" strike="noStrike" noProof="0">
                        <a:solidFill>
                          <a:schemeClr val="tx1"/>
                        </a:solidFill>
                        <a:effectLst/>
                        <a:latin typeface="+mn-lt"/>
                      </a:endParaRPr>
                    </a:p>
                  </a:txBody>
                  <a:tcPr marL="76261" marR="76261" marT="38130" marB="3813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r" rtl="0" fontAlgn="b"/>
                      <a:endParaRPr lang="es-MX" sz="1200" b="0" i="0" u="none" strike="noStrike" noProof="0">
                        <a:solidFill>
                          <a:schemeClr val="tx1"/>
                        </a:solidFill>
                        <a:effectLst/>
                        <a:latin typeface="+mn-lt"/>
                      </a:endParaRPr>
                    </a:p>
                  </a:txBody>
                  <a:tcPr marL="76261" marR="76261" marT="38130" marB="3813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42911372"/>
                  </a:ext>
                </a:extLst>
              </a:tr>
              <a:tr h="284706">
                <a:tc>
                  <a:txBody>
                    <a:bodyPr/>
                    <a:lstStyle/>
                    <a:p>
                      <a:pPr lvl="1" algn="l" rtl="0" fontAlgn="b"/>
                      <a:r>
                        <a:rPr lang="es-MX" sz="1200" b="0" u="none" strike="noStrike" noProof="0">
                          <a:solidFill>
                            <a:schemeClr val="tx1"/>
                          </a:solidFill>
                          <a:effectLst/>
                        </a:rPr>
                        <a:t>Usuarios</a:t>
                      </a:r>
                      <a:endParaRPr lang="es-MX" sz="1200" b="0" i="0" u="none" strike="noStrike" noProof="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s-MX" sz="1200" b="0" u="none" strike="noStrike" noProof="0">
                          <a:solidFill>
                            <a:schemeClr val="tx1"/>
                          </a:solidFill>
                          <a:effectLst/>
                        </a:rPr>
                        <a:t>50,000</a:t>
                      </a:r>
                      <a:endParaRPr lang="es-MX"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s-MX" sz="1200" b="0" u="none" strike="noStrike" noProof="0">
                          <a:solidFill>
                            <a:schemeClr val="tx1"/>
                          </a:solidFill>
                          <a:effectLst/>
                        </a:rPr>
                        <a:t>400,000</a:t>
                      </a:r>
                      <a:endParaRPr lang="es-MX"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s-MX" sz="1200" b="0" u="none" strike="noStrike" noProof="0">
                          <a:solidFill>
                            <a:schemeClr val="tx1"/>
                          </a:solidFill>
                          <a:effectLst/>
                        </a:rPr>
                        <a:t>1,600,000</a:t>
                      </a:r>
                      <a:endParaRPr lang="es-MX"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endParaRPr lang="es-MX"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43393929"/>
                  </a:ext>
                </a:extLst>
              </a:tr>
              <a:tr h="284706">
                <a:tc>
                  <a:txBody>
                    <a:bodyPr/>
                    <a:lstStyle/>
                    <a:p>
                      <a:pPr lvl="1" algn="l" rtl="0" fontAlgn="b"/>
                      <a:r>
                        <a:rPr lang="es-MX" sz="1200" b="0" u="none" strike="noStrike" noProof="0">
                          <a:solidFill>
                            <a:schemeClr val="tx1"/>
                          </a:solidFill>
                          <a:effectLst/>
                        </a:rPr>
                        <a:t>Ventas</a:t>
                      </a:r>
                      <a:endParaRPr lang="es-MX" sz="1200" b="0" i="0" u="none" strike="noStrike" noProof="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s-MX" sz="1200" b="0" u="none" strike="noStrike" noProof="0">
                          <a:solidFill>
                            <a:schemeClr val="tx1"/>
                          </a:solidFill>
                          <a:effectLst/>
                        </a:rPr>
                        <a:t>500,000</a:t>
                      </a:r>
                      <a:endParaRPr lang="es-MX"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s-MX" sz="1200" b="0" u="none" strike="noStrike" noProof="0">
                          <a:solidFill>
                            <a:schemeClr val="tx1"/>
                          </a:solidFill>
                          <a:effectLst/>
                        </a:rPr>
                        <a:t>4,000,000</a:t>
                      </a:r>
                      <a:endParaRPr lang="es-MX"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s-MX" sz="1200" b="0" u="none" strike="noStrike" noProof="0">
                          <a:solidFill>
                            <a:schemeClr val="tx1"/>
                          </a:solidFill>
                          <a:effectLst/>
                        </a:rPr>
                        <a:t>16,000,000</a:t>
                      </a:r>
                      <a:endParaRPr lang="es-MX"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endParaRPr lang="es-MX"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5711469"/>
                  </a:ext>
                </a:extLst>
              </a:tr>
              <a:tr h="284706">
                <a:tc>
                  <a:txBody>
                    <a:bodyPr/>
                    <a:lstStyle/>
                    <a:p>
                      <a:pPr lvl="1" algn="l" rtl="0" fontAlgn="b"/>
                      <a:r>
                        <a:rPr lang="es-MX" sz="1200" b="0" u="none" strike="noStrike" noProof="0">
                          <a:solidFill>
                            <a:schemeClr val="tx1"/>
                          </a:solidFill>
                          <a:effectLst/>
                        </a:rPr>
                        <a:t>Precio medio por venta</a:t>
                      </a:r>
                      <a:endParaRPr lang="es-MX" sz="1200" b="0" i="0" u="none" strike="noStrike" noProof="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s-MX" sz="1200" b="0" u="none" strike="noStrike" noProof="0">
                          <a:solidFill>
                            <a:schemeClr val="tx1"/>
                          </a:solidFill>
                          <a:effectLst/>
                        </a:rPr>
                        <a:t>75</a:t>
                      </a:r>
                      <a:endParaRPr lang="es-MX"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s-MX" sz="1200" b="0" u="none" strike="noStrike" noProof="0">
                          <a:solidFill>
                            <a:schemeClr val="tx1"/>
                          </a:solidFill>
                          <a:effectLst/>
                        </a:rPr>
                        <a:t>80</a:t>
                      </a:r>
                      <a:endParaRPr lang="es-MX"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s-MX" sz="1200" b="0" u="none" strike="noStrike" noProof="0">
                          <a:solidFill>
                            <a:schemeClr val="tx1"/>
                          </a:solidFill>
                          <a:effectLst/>
                        </a:rPr>
                        <a:t>90</a:t>
                      </a:r>
                      <a:endParaRPr lang="es-MX"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endParaRPr lang="es-MX"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98944196"/>
                  </a:ext>
                </a:extLst>
              </a:tr>
              <a:tr h="284706">
                <a:tc>
                  <a:txBody>
                    <a:bodyPr/>
                    <a:lstStyle/>
                    <a:p>
                      <a:pPr lvl="1" algn="l" rtl="0" fontAlgn="b"/>
                      <a:r>
                        <a:rPr lang="es-MX" sz="1200" b="0" u="none" strike="noStrike" noProof="0">
                          <a:solidFill>
                            <a:schemeClr val="tx1"/>
                          </a:solidFill>
                          <a:effectLst/>
                        </a:rPr>
                        <a:t>15 % de los ingresos</a:t>
                      </a:r>
                      <a:endParaRPr lang="es-MX" sz="1200" b="0" i="0" u="none" strike="noStrike" noProof="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s-MX" sz="1200" b="0" u="none" strike="noStrike" noProof="0">
                          <a:solidFill>
                            <a:schemeClr val="tx1"/>
                          </a:solidFill>
                          <a:effectLst/>
                        </a:rPr>
                        <a:t>5,625,000</a:t>
                      </a:r>
                      <a:endParaRPr lang="es-MX"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s-MX" sz="1200" b="0" u="none" strike="noStrike" noProof="0">
                          <a:solidFill>
                            <a:schemeClr val="tx1"/>
                          </a:solidFill>
                          <a:effectLst/>
                        </a:rPr>
                        <a:t>48,000,000</a:t>
                      </a:r>
                      <a:endParaRPr lang="es-MX"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s-MX" sz="1200" b="0" u="none" strike="noStrike" noProof="0">
                          <a:solidFill>
                            <a:schemeClr val="tx1"/>
                          </a:solidFill>
                          <a:effectLst/>
                        </a:rPr>
                        <a:t>216,000,000</a:t>
                      </a:r>
                      <a:endParaRPr lang="es-MX"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endParaRPr lang="es-MX"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61606819"/>
                  </a:ext>
                </a:extLst>
              </a:tr>
              <a:tr h="284706">
                <a:tc>
                  <a:txBody>
                    <a:bodyPr/>
                    <a:lstStyle/>
                    <a:p>
                      <a:pPr algn="l" rtl="0" fontAlgn="b"/>
                      <a:r>
                        <a:rPr lang="es-MX" sz="1200" b="1" u="none" strike="noStrike" noProof="0">
                          <a:solidFill>
                            <a:schemeClr val="tx1"/>
                          </a:solidFill>
                          <a:effectLst/>
                        </a:rPr>
                        <a:t>BENEFICIO BRUTO</a:t>
                      </a:r>
                      <a:endParaRPr lang="es-MX" sz="1200" b="1" i="0" u="none" strike="noStrike" noProof="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rtl="0" fontAlgn="b"/>
                      <a:r>
                        <a:rPr lang="es-MX" sz="1200" b="1" u="none" strike="noStrike" noProof="0">
                          <a:solidFill>
                            <a:schemeClr val="tx1"/>
                          </a:solidFill>
                          <a:effectLst/>
                        </a:rPr>
                        <a:t>5,625,000</a:t>
                      </a:r>
                      <a:endParaRPr lang="es-MX" sz="1200" b="1"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rtl="0" fontAlgn="b"/>
                      <a:r>
                        <a:rPr lang="es-MX" sz="1200" b="1" u="none" strike="noStrike" noProof="0">
                          <a:solidFill>
                            <a:schemeClr val="tx1"/>
                          </a:solidFill>
                          <a:effectLst/>
                        </a:rPr>
                        <a:t>48,000,000</a:t>
                      </a:r>
                      <a:endParaRPr lang="es-MX" sz="1200" b="1"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rtl="0" fontAlgn="b"/>
                      <a:r>
                        <a:rPr lang="es-MX" sz="1200" b="1" u="none" strike="noStrike" noProof="0">
                          <a:solidFill>
                            <a:schemeClr val="tx1"/>
                          </a:solidFill>
                          <a:effectLst/>
                        </a:rPr>
                        <a:t>216,000,000</a:t>
                      </a:r>
                      <a:endParaRPr lang="es-MX" sz="1200" b="1"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rtl="0" fontAlgn="b"/>
                      <a:endParaRPr lang="es-MX"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65120011"/>
                  </a:ext>
                </a:extLst>
              </a:tr>
              <a:tr h="284706">
                <a:tc>
                  <a:txBody>
                    <a:bodyPr/>
                    <a:lstStyle/>
                    <a:p>
                      <a:pPr algn="l" rtl="0" fontAlgn="b"/>
                      <a:r>
                        <a:rPr lang="es-MX" sz="1200" b="0" u="none" strike="noStrike" noProof="0">
                          <a:solidFill>
                            <a:schemeClr val="tx1"/>
                          </a:solidFill>
                          <a:effectLst/>
                        </a:rPr>
                        <a:t>Gastos</a:t>
                      </a:r>
                      <a:endParaRPr lang="es-MX" sz="1200" b="0" i="0" u="none" strike="noStrike" noProof="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b"/>
                      <a:endParaRPr lang="es-MX"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b"/>
                      <a:endParaRPr lang="es-MX"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b"/>
                      <a:endParaRPr lang="es-MX"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b"/>
                      <a:endParaRPr lang="es-MX"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41422160"/>
                  </a:ext>
                </a:extLst>
              </a:tr>
              <a:tr h="284706">
                <a:tc>
                  <a:txBody>
                    <a:bodyPr/>
                    <a:lstStyle/>
                    <a:p>
                      <a:pPr marL="457200" lvl="1" indent="0" algn="l" rtl="0" fontAlgn="b">
                        <a:buFont typeface="Arial" panose="020B0604020202020204" pitchFamily="34" charset="0"/>
                        <a:buNone/>
                      </a:pPr>
                      <a:r>
                        <a:rPr lang="es-MX" sz="1200" b="0" u="none" strike="noStrike" noProof="0">
                          <a:solidFill>
                            <a:schemeClr val="tx1"/>
                          </a:solidFill>
                          <a:effectLst/>
                        </a:rPr>
                        <a:t>Ventas y marketing</a:t>
                      </a:r>
                      <a:endParaRPr lang="es-MX" sz="1200" b="0" i="0" u="none" strike="noStrike" noProof="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s-MX" sz="1200" b="0" u="none" strike="noStrike" noProof="0">
                          <a:solidFill>
                            <a:schemeClr val="tx1"/>
                          </a:solidFill>
                          <a:effectLst/>
                        </a:rPr>
                        <a:t>5,062,500</a:t>
                      </a:r>
                      <a:endParaRPr lang="es-MX"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s-MX" sz="1200" b="0" u="none" strike="noStrike" noProof="0">
                          <a:solidFill>
                            <a:schemeClr val="tx1"/>
                          </a:solidFill>
                          <a:effectLst/>
                        </a:rPr>
                        <a:t>38,400,000</a:t>
                      </a:r>
                      <a:endParaRPr lang="es-MX"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s-MX" sz="1200" b="0" u="none" strike="noStrike" noProof="0">
                          <a:solidFill>
                            <a:schemeClr val="tx1"/>
                          </a:solidFill>
                          <a:effectLst/>
                        </a:rPr>
                        <a:t>151,200,000</a:t>
                      </a:r>
                      <a:endParaRPr lang="es-MX"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b"/>
                      <a:r>
                        <a:rPr lang="es-MX" sz="1200" b="0" u="none" strike="noStrike" noProof="0">
                          <a:solidFill>
                            <a:schemeClr val="tx1"/>
                          </a:solidFill>
                          <a:effectLst/>
                        </a:rPr>
                        <a:t>70 %</a:t>
                      </a:r>
                      <a:endParaRPr lang="es-MX"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62407092"/>
                  </a:ext>
                </a:extLst>
              </a:tr>
              <a:tr h="284706">
                <a:tc>
                  <a:txBody>
                    <a:bodyPr/>
                    <a:lstStyle/>
                    <a:p>
                      <a:pPr marL="457200" lvl="1" indent="0" algn="l" rtl="0" fontAlgn="b">
                        <a:buFont typeface="Arial" panose="020B0604020202020204" pitchFamily="34" charset="0"/>
                        <a:buNone/>
                      </a:pPr>
                      <a:r>
                        <a:rPr lang="es-MX" sz="1200" b="0" u="none" strike="noStrike" noProof="0">
                          <a:solidFill>
                            <a:schemeClr val="tx1"/>
                          </a:solidFill>
                          <a:effectLst/>
                        </a:rPr>
                        <a:t>Atención al cliente</a:t>
                      </a:r>
                      <a:endParaRPr lang="es-MX" sz="1200" b="0" i="0" u="none" strike="noStrike" noProof="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s-MX" sz="1200" b="0" u="none" strike="noStrike" noProof="0">
                          <a:solidFill>
                            <a:schemeClr val="tx1"/>
                          </a:solidFill>
                          <a:effectLst/>
                        </a:rPr>
                        <a:t>1,687,500</a:t>
                      </a:r>
                      <a:endParaRPr lang="es-MX"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s-MX" sz="1200" b="0" u="none" strike="noStrike" noProof="0">
                          <a:solidFill>
                            <a:schemeClr val="tx1"/>
                          </a:solidFill>
                          <a:effectLst/>
                        </a:rPr>
                        <a:t>9,600,000</a:t>
                      </a:r>
                      <a:endParaRPr lang="es-MX"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s-MX" sz="1200" b="0" u="none" strike="noStrike" noProof="0">
                          <a:solidFill>
                            <a:schemeClr val="tx1"/>
                          </a:solidFill>
                          <a:effectLst/>
                        </a:rPr>
                        <a:t>21,600,000</a:t>
                      </a:r>
                      <a:endParaRPr lang="es-MX"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b"/>
                      <a:r>
                        <a:rPr lang="es-MX" sz="1200" b="0" u="none" strike="noStrike" noProof="0">
                          <a:solidFill>
                            <a:schemeClr val="tx1"/>
                          </a:solidFill>
                          <a:effectLst/>
                        </a:rPr>
                        <a:t>10 %</a:t>
                      </a:r>
                      <a:endParaRPr lang="es-MX"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06368409"/>
                  </a:ext>
                </a:extLst>
              </a:tr>
              <a:tr h="284706">
                <a:tc>
                  <a:txBody>
                    <a:bodyPr/>
                    <a:lstStyle/>
                    <a:p>
                      <a:pPr marL="457200" lvl="1" indent="0" algn="l" rtl="0" fontAlgn="b">
                        <a:buFont typeface="Arial" panose="020B0604020202020204" pitchFamily="34" charset="0"/>
                        <a:buNone/>
                      </a:pPr>
                      <a:r>
                        <a:rPr lang="es-MX" sz="1200" b="0" u="none" strike="noStrike" noProof="0">
                          <a:solidFill>
                            <a:schemeClr val="tx1"/>
                          </a:solidFill>
                          <a:effectLst/>
                        </a:rPr>
                        <a:t>Desarrollo del producto</a:t>
                      </a:r>
                      <a:endParaRPr lang="es-MX" sz="1200" b="0" i="0" u="none" strike="noStrike" noProof="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s-MX" sz="1200" b="0" u="none" strike="noStrike" noProof="0">
                          <a:solidFill>
                            <a:schemeClr val="tx1"/>
                          </a:solidFill>
                          <a:effectLst/>
                        </a:rPr>
                        <a:t>562,500</a:t>
                      </a:r>
                      <a:endParaRPr lang="es-MX"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s-MX" sz="1200" b="0" u="none" strike="noStrike" noProof="0">
                          <a:solidFill>
                            <a:schemeClr val="tx1"/>
                          </a:solidFill>
                          <a:effectLst/>
                        </a:rPr>
                        <a:t>2,400,000</a:t>
                      </a:r>
                      <a:endParaRPr lang="es-MX"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s-MX" sz="1200" b="0" u="none" strike="noStrike" noProof="0">
                          <a:solidFill>
                            <a:schemeClr val="tx1"/>
                          </a:solidFill>
                          <a:effectLst/>
                        </a:rPr>
                        <a:t>10,800,000</a:t>
                      </a:r>
                      <a:endParaRPr lang="es-MX"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b"/>
                      <a:r>
                        <a:rPr lang="es-MX" sz="1200" b="0" u="none" strike="noStrike" noProof="0">
                          <a:solidFill>
                            <a:schemeClr val="tx1"/>
                          </a:solidFill>
                          <a:effectLst/>
                        </a:rPr>
                        <a:t>5 %</a:t>
                      </a:r>
                      <a:endParaRPr lang="es-MX"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879688327"/>
                  </a:ext>
                </a:extLst>
              </a:tr>
              <a:tr h="284706">
                <a:tc>
                  <a:txBody>
                    <a:bodyPr/>
                    <a:lstStyle/>
                    <a:p>
                      <a:pPr marL="457200" lvl="1" indent="0" algn="l" rtl="0" fontAlgn="b">
                        <a:buFont typeface="Arial" panose="020B0604020202020204" pitchFamily="34" charset="0"/>
                        <a:buNone/>
                      </a:pPr>
                      <a:r>
                        <a:rPr lang="es-MX" sz="1200" b="0" u="none" strike="noStrike" noProof="0">
                          <a:solidFill>
                            <a:schemeClr val="tx1"/>
                          </a:solidFill>
                          <a:effectLst/>
                        </a:rPr>
                        <a:t>Investigación</a:t>
                      </a:r>
                      <a:endParaRPr lang="es-MX" sz="1200" b="0" i="0" u="none" strike="noStrike" noProof="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s-MX" sz="1200" b="0" u="none" strike="noStrike" noProof="0">
                          <a:solidFill>
                            <a:schemeClr val="tx1"/>
                          </a:solidFill>
                          <a:effectLst/>
                        </a:rPr>
                        <a:t>281,250</a:t>
                      </a:r>
                      <a:endParaRPr lang="es-MX"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s-MX" sz="1200" b="0" u="none" strike="noStrike" noProof="0">
                          <a:solidFill>
                            <a:schemeClr val="tx1"/>
                          </a:solidFill>
                          <a:effectLst/>
                        </a:rPr>
                        <a:t>2,400,000</a:t>
                      </a:r>
                      <a:endParaRPr lang="es-MX"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s-MX" sz="1200" b="0" u="none" strike="noStrike" noProof="0">
                          <a:solidFill>
                            <a:schemeClr val="tx1"/>
                          </a:solidFill>
                          <a:effectLst/>
                        </a:rPr>
                        <a:t>4,320,000</a:t>
                      </a:r>
                      <a:endParaRPr lang="es-MX"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b"/>
                      <a:r>
                        <a:rPr lang="es-MX" sz="1200" b="0" u="none" strike="noStrike" noProof="0">
                          <a:solidFill>
                            <a:schemeClr val="tx1"/>
                          </a:solidFill>
                          <a:effectLst/>
                        </a:rPr>
                        <a:t>2 %</a:t>
                      </a:r>
                      <a:endParaRPr lang="es-MX"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13433075"/>
                  </a:ext>
                </a:extLst>
              </a:tr>
              <a:tr h="284706">
                <a:tc>
                  <a:txBody>
                    <a:bodyPr/>
                    <a:lstStyle/>
                    <a:p>
                      <a:pPr algn="l" rtl="0" fontAlgn="b"/>
                      <a:r>
                        <a:rPr lang="es-MX" sz="1200" b="1" u="none" strike="noStrike" noProof="0">
                          <a:solidFill>
                            <a:schemeClr val="tx1"/>
                          </a:solidFill>
                          <a:effectLst/>
                        </a:rPr>
                        <a:t>GASTOS TOTALES</a:t>
                      </a:r>
                      <a:endParaRPr lang="es-MX" sz="1200" b="1" i="0" u="none" strike="noStrike" noProof="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rtl="0" fontAlgn="b"/>
                      <a:r>
                        <a:rPr lang="es-MX" sz="1200" b="1" u="none" strike="noStrike" noProof="0">
                          <a:solidFill>
                            <a:schemeClr val="tx1"/>
                          </a:solidFill>
                          <a:effectLst/>
                        </a:rPr>
                        <a:t>7,593,750</a:t>
                      </a:r>
                      <a:endParaRPr lang="es-MX" sz="1200" b="1"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rtl="0" fontAlgn="b"/>
                      <a:r>
                        <a:rPr lang="es-MX" sz="1200" b="1" u="none" strike="noStrike" noProof="0">
                          <a:solidFill>
                            <a:schemeClr val="tx1"/>
                          </a:solidFill>
                          <a:effectLst/>
                        </a:rPr>
                        <a:t>52,800,000</a:t>
                      </a:r>
                      <a:endParaRPr lang="es-MX" sz="1200" b="1"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rtl="0" fontAlgn="b"/>
                      <a:r>
                        <a:rPr lang="es-MX" sz="1200" b="1" u="none" strike="noStrike" noProof="0">
                          <a:solidFill>
                            <a:schemeClr val="tx1"/>
                          </a:solidFill>
                          <a:effectLst/>
                        </a:rPr>
                        <a:t>187,920,000</a:t>
                      </a:r>
                      <a:endParaRPr lang="es-MX" sz="1200" b="1"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l" rtl="0" fontAlgn="b"/>
                      <a:endParaRPr lang="es-MX" sz="1200" b="0" i="0" u="none" strike="noStrike" noProof="0"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301145645"/>
                  </a:ext>
                </a:extLst>
              </a:tr>
            </a:tbl>
          </a:graphicData>
        </a:graphic>
      </p:graphicFrame>
      <p:sp>
        <p:nvSpPr>
          <p:cNvPr id="2" name="Marcador de fecha 1">
            <a:extLst>
              <a:ext uri="{FF2B5EF4-FFF2-40B4-BE49-F238E27FC236}">
                <a16:creationId xmlns:a16="http://schemas.microsoft.com/office/drawing/2014/main" id="{063B6BDC-0568-466F-91ED-52067B366C6A}"/>
              </a:ext>
            </a:extLst>
          </p:cNvPr>
          <p:cNvSpPr>
            <a:spLocks noGrp="1"/>
          </p:cNvSpPr>
          <p:nvPr>
            <p:ph type="dt" sz="half" idx="10"/>
          </p:nvPr>
        </p:nvSpPr>
        <p:spPr>
          <a:xfrm>
            <a:off x="838200" y="6356350"/>
            <a:ext cx="2743200" cy="365125"/>
          </a:xfrm>
        </p:spPr>
        <p:txBody>
          <a:bodyPr rtlCol="0"/>
          <a:lstStyle/>
          <a:p>
            <a:pPr rtl="0"/>
            <a:r>
              <a:rPr lang="es-MX"/>
              <a:t>20XX</a:t>
            </a:r>
          </a:p>
        </p:txBody>
      </p:sp>
      <p:sp>
        <p:nvSpPr>
          <p:cNvPr id="3" name="Marcador de pie de página 2">
            <a:extLst>
              <a:ext uri="{FF2B5EF4-FFF2-40B4-BE49-F238E27FC236}">
                <a16:creationId xmlns:a16="http://schemas.microsoft.com/office/drawing/2014/main" id="{67A559BE-816C-475D-9ADA-DDFDF14A41D4}"/>
              </a:ext>
            </a:extLst>
          </p:cNvPr>
          <p:cNvSpPr>
            <a:spLocks noGrp="1"/>
          </p:cNvSpPr>
          <p:nvPr>
            <p:ph type="ftr" sz="quarter" idx="11"/>
          </p:nvPr>
        </p:nvSpPr>
        <p:spPr>
          <a:xfrm>
            <a:off x="4038600" y="6356350"/>
            <a:ext cx="4114800" cy="365125"/>
          </a:xfrm>
        </p:spPr>
        <p:txBody>
          <a:bodyPr rtlCol="0"/>
          <a:lstStyle/>
          <a:p>
            <a:pPr rtl="0"/>
            <a:r>
              <a:rPr lang="es-MX"/>
              <a:t>Presentación de lanzamiento</a:t>
            </a:r>
          </a:p>
        </p:txBody>
      </p:sp>
      <p:sp>
        <p:nvSpPr>
          <p:cNvPr id="4" name="Marcador de número de diapositiva 3">
            <a:extLst>
              <a:ext uri="{FF2B5EF4-FFF2-40B4-BE49-F238E27FC236}">
                <a16:creationId xmlns:a16="http://schemas.microsoft.com/office/drawing/2014/main" id="{A8597536-70D1-46C0-A2A2-51A6BB21DB20}"/>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s-MX" smtClean="0"/>
              <a:pPr rtl="0"/>
              <a:t>15</a:t>
            </a:fld>
            <a:endParaRPr lang="es-MX"/>
          </a:p>
        </p:txBody>
      </p:sp>
    </p:spTree>
    <p:extLst>
      <p:ext uri="{BB962C8B-B14F-4D97-AF65-F5344CB8AC3E}">
        <p14:creationId xmlns:p14="http://schemas.microsoft.com/office/powerpoint/2010/main" val="5669975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A6F7BB-30A8-4980-AD4A-2FB0B53FA6C9}"/>
              </a:ext>
            </a:extLst>
          </p:cNvPr>
          <p:cNvSpPr>
            <a:spLocks noGrp="1"/>
          </p:cNvSpPr>
          <p:nvPr>
            <p:ph type="title"/>
          </p:nvPr>
        </p:nvSpPr>
        <p:spPr>
          <a:xfrm>
            <a:off x="1885156" y="892177"/>
            <a:ext cx="8421688" cy="1325563"/>
          </a:xfrm>
        </p:spPr>
        <p:txBody>
          <a:bodyPr rtlCol="0"/>
          <a:lstStyle/>
          <a:p>
            <a:pPr rtl="0"/>
            <a:r>
              <a:rPr lang="es-MX"/>
              <a:t>QUIÉNES SOMOS</a:t>
            </a:r>
          </a:p>
        </p:txBody>
      </p:sp>
      <p:pic>
        <p:nvPicPr>
          <p:cNvPr id="26" name="Marcador de posición de imagen 25" descr="Primer plano de una persona del equipo">
            <a:extLst>
              <a:ext uri="{FF2B5EF4-FFF2-40B4-BE49-F238E27FC236}">
                <a16:creationId xmlns:a16="http://schemas.microsoft.com/office/drawing/2014/main" id="{C38F90B4-657F-4EA8-B86E-B9BD2E8B7BB2}"/>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a:stretch/>
        </p:blipFill>
        <p:spPr>
          <a:xfrm>
            <a:off x="1487181" y="2886074"/>
            <a:ext cx="1845511" cy="1845511"/>
          </a:xfrm>
        </p:spPr>
      </p:pic>
      <p:sp>
        <p:nvSpPr>
          <p:cNvPr id="24" name="Marcador de texto 23">
            <a:extLst>
              <a:ext uri="{FF2B5EF4-FFF2-40B4-BE49-F238E27FC236}">
                <a16:creationId xmlns:a16="http://schemas.microsoft.com/office/drawing/2014/main" id="{7BAD1FFF-8B97-4CD1-85E7-B7738EAD28CD}"/>
              </a:ext>
            </a:extLst>
          </p:cNvPr>
          <p:cNvSpPr>
            <a:spLocks noGrp="1"/>
          </p:cNvSpPr>
          <p:nvPr>
            <p:ph type="body" idx="1"/>
          </p:nvPr>
        </p:nvSpPr>
        <p:spPr>
          <a:xfrm>
            <a:off x="1311558" y="5084524"/>
            <a:ext cx="2196619" cy="343061"/>
          </a:xfrm>
        </p:spPr>
        <p:txBody>
          <a:bodyPr rtlCol="0"/>
          <a:lstStyle/>
          <a:p>
            <a:pPr rtl="0"/>
            <a:r>
              <a:rPr lang="es-MX"/>
              <a:t>TAKUMA HAYASHI​</a:t>
            </a:r>
          </a:p>
        </p:txBody>
      </p:sp>
      <p:sp>
        <p:nvSpPr>
          <p:cNvPr id="36" name="Marcador de texto 35">
            <a:extLst>
              <a:ext uri="{FF2B5EF4-FFF2-40B4-BE49-F238E27FC236}">
                <a16:creationId xmlns:a16="http://schemas.microsoft.com/office/drawing/2014/main" id="{B76FA389-A54D-4E4B-81DA-DBA175D78FEC}"/>
              </a:ext>
            </a:extLst>
          </p:cNvPr>
          <p:cNvSpPr>
            <a:spLocks noGrp="1"/>
          </p:cNvSpPr>
          <p:nvPr>
            <p:ph type="body" idx="21"/>
          </p:nvPr>
        </p:nvSpPr>
        <p:spPr>
          <a:xfrm>
            <a:off x="1487181" y="5464114"/>
            <a:ext cx="1845511" cy="343061"/>
          </a:xfrm>
        </p:spPr>
        <p:txBody>
          <a:bodyPr rtlCol="0"/>
          <a:lstStyle/>
          <a:p>
            <a:pPr rtl="0"/>
            <a:r>
              <a:rPr lang="es-MX"/>
              <a:t>Presidente</a:t>
            </a:r>
          </a:p>
        </p:txBody>
      </p:sp>
      <p:pic>
        <p:nvPicPr>
          <p:cNvPr id="47" name="Marcador de posición de imagen 46" descr="Primer plano de una persona del equipo">
            <a:extLst>
              <a:ext uri="{FF2B5EF4-FFF2-40B4-BE49-F238E27FC236}">
                <a16:creationId xmlns:a16="http://schemas.microsoft.com/office/drawing/2014/main" id="{8AF5260A-2860-4F88-BA4D-70530D3E14AA}"/>
              </a:ext>
            </a:extLst>
          </p:cNvPr>
          <p:cNvPicPr>
            <a:picLocks noGrp="1" noChangeAspect="1"/>
          </p:cNvPicPr>
          <p:nvPr>
            <p:ph type="pic" sz="quarter" idx="15"/>
          </p:nvPr>
        </p:nvPicPr>
        <p:blipFill rotWithShape="1">
          <a:blip r:embed="rId4" cstate="screen">
            <a:extLst>
              <a:ext uri="{28A0092B-C50C-407E-A947-70E740481C1C}">
                <a14:useLocalDpi xmlns:a14="http://schemas.microsoft.com/office/drawing/2010/main" val="0"/>
              </a:ext>
            </a:extLst>
          </a:blip>
          <a:srcRect/>
          <a:stretch/>
        </p:blipFill>
        <p:spPr>
          <a:xfrm>
            <a:off x="3836914" y="2886074"/>
            <a:ext cx="1845511" cy="1845511"/>
          </a:xfrm>
        </p:spPr>
      </p:pic>
      <p:sp>
        <p:nvSpPr>
          <p:cNvPr id="33" name="Marcador de texto 32">
            <a:extLst>
              <a:ext uri="{FF2B5EF4-FFF2-40B4-BE49-F238E27FC236}">
                <a16:creationId xmlns:a16="http://schemas.microsoft.com/office/drawing/2014/main" id="{10C8C8C1-99D8-4034-A628-DECEB703BA1D}"/>
              </a:ext>
            </a:extLst>
          </p:cNvPr>
          <p:cNvSpPr>
            <a:spLocks noGrp="1"/>
          </p:cNvSpPr>
          <p:nvPr>
            <p:ph type="body" idx="18"/>
          </p:nvPr>
        </p:nvSpPr>
        <p:spPr>
          <a:xfrm>
            <a:off x="3707607" y="5099206"/>
            <a:ext cx="2145049" cy="343061"/>
          </a:xfrm>
        </p:spPr>
        <p:txBody>
          <a:bodyPr rtlCol="0"/>
          <a:lstStyle/>
          <a:p>
            <a:pPr rtl="0"/>
            <a:r>
              <a:rPr lang="es-MX"/>
              <a:t>MIRJAM NILSSON​</a:t>
            </a:r>
          </a:p>
        </p:txBody>
      </p:sp>
      <p:sp>
        <p:nvSpPr>
          <p:cNvPr id="37" name="Marcador de texto 36">
            <a:extLst>
              <a:ext uri="{FF2B5EF4-FFF2-40B4-BE49-F238E27FC236}">
                <a16:creationId xmlns:a16="http://schemas.microsoft.com/office/drawing/2014/main" id="{65786675-BFC6-4743-BFD3-D64691F771D8}"/>
              </a:ext>
            </a:extLst>
          </p:cNvPr>
          <p:cNvSpPr>
            <a:spLocks noGrp="1"/>
          </p:cNvSpPr>
          <p:nvPr>
            <p:ph type="body" idx="22"/>
          </p:nvPr>
        </p:nvSpPr>
        <p:spPr>
          <a:xfrm>
            <a:off x="3836913" y="5478796"/>
            <a:ext cx="1855949" cy="343061"/>
          </a:xfrm>
        </p:spPr>
        <p:txBody>
          <a:bodyPr rtlCol="0"/>
          <a:lstStyle/>
          <a:p>
            <a:pPr rtl="0"/>
            <a:r>
              <a:rPr lang="es-MX"/>
              <a:t>Directora ejecutiva</a:t>
            </a:r>
          </a:p>
        </p:txBody>
      </p:sp>
      <p:pic>
        <p:nvPicPr>
          <p:cNvPr id="45" name="Marcador de posición de imagen 44" descr="Primer plano de una persona del equipo">
            <a:extLst>
              <a:ext uri="{FF2B5EF4-FFF2-40B4-BE49-F238E27FC236}">
                <a16:creationId xmlns:a16="http://schemas.microsoft.com/office/drawing/2014/main" id="{4442FA67-BF04-4E45-BFD9-78BF43789E09}"/>
              </a:ext>
            </a:extLst>
          </p:cNvPr>
          <p:cNvPicPr>
            <a:picLocks noGrp="1" noChangeAspect="1"/>
          </p:cNvPicPr>
          <p:nvPr>
            <p:ph type="pic" sz="quarter" idx="16"/>
          </p:nvPr>
        </p:nvPicPr>
        <p:blipFill rotWithShape="1">
          <a:blip r:embed="rId5" cstate="screen">
            <a:extLst>
              <a:ext uri="{28A0092B-C50C-407E-A947-70E740481C1C}">
                <a14:useLocalDpi xmlns:a14="http://schemas.microsoft.com/office/drawing/2010/main" val="0"/>
              </a:ext>
            </a:extLst>
          </a:blip>
          <a:srcRect/>
          <a:stretch/>
        </p:blipFill>
        <p:spPr>
          <a:xfrm>
            <a:off x="6327578" y="2886074"/>
            <a:ext cx="1845511" cy="1845511"/>
          </a:xfrm>
        </p:spPr>
      </p:pic>
      <p:sp>
        <p:nvSpPr>
          <p:cNvPr id="34" name="Marcador de texto 33">
            <a:extLst>
              <a:ext uri="{FF2B5EF4-FFF2-40B4-BE49-F238E27FC236}">
                <a16:creationId xmlns:a16="http://schemas.microsoft.com/office/drawing/2014/main" id="{08CA58D6-00FD-4D81-A0F6-215C4D558912}"/>
              </a:ext>
            </a:extLst>
          </p:cNvPr>
          <p:cNvSpPr>
            <a:spLocks noGrp="1"/>
          </p:cNvSpPr>
          <p:nvPr>
            <p:ph type="body" idx="19"/>
          </p:nvPr>
        </p:nvSpPr>
        <p:spPr>
          <a:xfrm>
            <a:off x="6198271" y="5099206"/>
            <a:ext cx="2132985" cy="343061"/>
          </a:xfrm>
        </p:spPr>
        <p:txBody>
          <a:bodyPr rtlCol="0"/>
          <a:lstStyle/>
          <a:p>
            <a:pPr rtl="0"/>
            <a:r>
              <a:rPr lang="es-MX"/>
              <a:t>FLORA BERGGREN​</a:t>
            </a:r>
          </a:p>
        </p:txBody>
      </p:sp>
      <p:sp>
        <p:nvSpPr>
          <p:cNvPr id="38" name="Marcador de texto 37">
            <a:extLst>
              <a:ext uri="{FF2B5EF4-FFF2-40B4-BE49-F238E27FC236}">
                <a16:creationId xmlns:a16="http://schemas.microsoft.com/office/drawing/2014/main" id="{97062F49-F468-4EA6-B6BF-94BFF89FDCB7}"/>
              </a:ext>
            </a:extLst>
          </p:cNvPr>
          <p:cNvSpPr>
            <a:spLocks noGrp="1"/>
          </p:cNvSpPr>
          <p:nvPr>
            <p:ph type="body" idx="23"/>
          </p:nvPr>
        </p:nvSpPr>
        <p:spPr>
          <a:xfrm>
            <a:off x="6327577" y="5478796"/>
            <a:ext cx="1845511" cy="343061"/>
          </a:xfrm>
        </p:spPr>
        <p:txBody>
          <a:bodyPr rtlCol="0"/>
          <a:lstStyle/>
          <a:p>
            <a:pPr rtl="0"/>
            <a:r>
              <a:rPr lang="es-MX"/>
              <a:t>Directora de operaciones</a:t>
            </a:r>
          </a:p>
          <a:p>
            <a:pPr rtl="0"/>
            <a:endParaRPr lang="es-MX"/>
          </a:p>
        </p:txBody>
      </p:sp>
      <p:pic>
        <p:nvPicPr>
          <p:cNvPr id="43" name="Marcador de posición de imagen 42" descr="Primer plano de una persona del equipo">
            <a:extLst>
              <a:ext uri="{FF2B5EF4-FFF2-40B4-BE49-F238E27FC236}">
                <a16:creationId xmlns:a16="http://schemas.microsoft.com/office/drawing/2014/main" id="{F328CD15-EA0E-49AD-A3C6-5798A372AA53}"/>
              </a:ext>
            </a:extLst>
          </p:cNvPr>
          <p:cNvPicPr>
            <a:picLocks noGrp="1" noChangeAspect="1"/>
          </p:cNvPicPr>
          <p:nvPr>
            <p:ph type="pic" sz="quarter" idx="17"/>
          </p:nvPr>
        </p:nvPicPr>
        <p:blipFill rotWithShape="1">
          <a:blip r:embed="rId6" cstate="screen">
            <a:extLst>
              <a:ext uri="{28A0092B-C50C-407E-A947-70E740481C1C}">
                <a14:useLocalDpi xmlns:a14="http://schemas.microsoft.com/office/drawing/2010/main" val="0"/>
              </a:ext>
            </a:extLst>
          </a:blip>
          <a:srcRect/>
          <a:stretch/>
        </p:blipFill>
        <p:spPr>
          <a:xfrm>
            <a:off x="8747458" y="2886074"/>
            <a:ext cx="1845511" cy="1845511"/>
          </a:xfrm>
        </p:spPr>
      </p:pic>
      <p:sp>
        <p:nvSpPr>
          <p:cNvPr id="35" name="Marcador de texto 34">
            <a:extLst>
              <a:ext uri="{FF2B5EF4-FFF2-40B4-BE49-F238E27FC236}">
                <a16:creationId xmlns:a16="http://schemas.microsoft.com/office/drawing/2014/main" id="{60D37431-6A3A-47F6-A367-B5ADCF66AE37}"/>
              </a:ext>
            </a:extLst>
          </p:cNvPr>
          <p:cNvSpPr>
            <a:spLocks noGrp="1"/>
          </p:cNvSpPr>
          <p:nvPr>
            <p:ph type="body" idx="20"/>
          </p:nvPr>
        </p:nvSpPr>
        <p:spPr>
          <a:xfrm>
            <a:off x="8618152" y="5084524"/>
            <a:ext cx="2132984" cy="343061"/>
          </a:xfrm>
        </p:spPr>
        <p:txBody>
          <a:bodyPr rtlCol="0"/>
          <a:lstStyle/>
          <a:p>
            <a:pPr rtl="0"/>
            <a:r>
              <a:rPr lang="es-MX"/>
              <a:t>RAJESH SANTOSHI​</a:t>
            </a:r>
          </a:p>
        </p:txBody>
      </p:sp>
      <p:sp>
        <p:nvSpPr>
          <p:cNvPr id="39" name="Marcador de texto 38">
            <a:extLst>
              <a:ext uri="{FF2B5EF4-FFF2-40B4-BE49-F238E27FC236}">
                <a16:creationId xmlns:a16="http://schemas.microsoft.com/office/drawing/2014/main" id="{59D9F00A-8CF0-41E8-9BB6-3B8ECDA55D49}"/>
              </a:ext>
            </a:extLst>
          </p:cNvPr>
          <p:cNvSpPr>
            <a:spLocks noGrp="1"/>
          </p:cNvSpPr>
          <p:nvPr>
            <p:ph type="body" idx="24"/>
          </p:nvPr>
        </p:nvSpPr>
        <p:spPr>
          <a:xfrm>
            <a:off x="8747458" y="5464114"/>
            <a:ext cx="1845510" cy="343061"/>
          </a:xfrm>
        </p:spPr>
        <p:txBody>
          <a:bodyPr rtlCol="0"/>
          <a:lstStyle/>
          <a:p>
            <a:pPr rtl="0"/>
            <a:r>
              <a:rPr lang="es-MX"/>
              <a:t>Vicepresidenta de marketing</a:t>
            </a:r>
          </a:p>
          <a:p>
            <a:pPr rtl="0"/>
            <a:endParaRPr lang="es-MX"/>
          </a:p>
        </p:txBody>
      </p:sp>
      <p:sp>
        <p:nvSpPr>
          <p:cNvPr id="3" name="Marcador de fecha 2">
            <a:extLst>
              <a:ext uri="{FF2B5EF4-FFF2-40B4-BE49-F238E27FC236}">
                <a16:creationId xmlns:a16="http://schemas.microsoft.com/office/drawing/2014/main" id="{02F9CC1F-102C-49CC-B646-8E6826368A81}"/>
              </a:ext>
            </a:extLst>
          </p:cNvPr>
          <p:cNvSpPr>
            <a:spLocks noGrp="1"/>
          </p:cNvSpPr>
          <p:nvPr>
            <p:ph type="dt" sz="half" idx="10"/>
          </p:nvPr>
        </p:nvSpPr>
        <p:spPr>
          <a:xfrm>
            <a:off x="838200" y="6356350"/>
            <a:ext cx="2743200" cy="365125"/>
          </a:xfrm>
        </p:spPr>
        <p:txBody>
          <a:bodyPr rtlCol="0"/>
          <a:lstStyle/>
          <a:p>
            <a:pPr rtl="0"/>
            <a:r>
              <a:rPr lang="es-MX"/>
              <a:t>20XX</a:t>
            </a:r>
          </a:p>
        </p:txBody>
      </p:sp>
      <p:sp>
        <p:nvSpPr>
          <p:cNvPr id="4" name="Marcador de pie de página 3">
            <a:extLst>
              <a:ext uri="{FF2B5EF4-FFF2-40B4-BE49-F238E27FC236}">
                <a16:creationId xmlns:a16="http://schemas.microsoft.com/office/drawing/2014/main" id="{33808A03-6EC3-48BE-9D18-5A746D09243E}"/>
              </a:ext>
            </a:extLst>
          </p:cNvPr>
          <p:cNvSpPr>
            <a:spLocks noGrp="1"/>
          </p:cNvSpPr>
          <p:nvPr>
            <p:ph type="ftr" sz="quarter" idx="11"/>
          </p:nvPr>
        </p:nvSpPr>
        <p:spPr>
          <a:xfrm>
            <a:off x="4038600" y="6356350"/>
            <a:ext cx="4114800" cy="365125"/>
          </a:xfrm>
        </p:spPr>
        <p:txBody>
          <a:bodyPr rtlCol="0"/>
          <a:lstStyle/>
          <a:p>
            <a:pPr rtl="0"/>
            <a:r>
              <a:rPr lang="es-MX"/>
              <a:t>Presentación de lanzamiento</a:t>
            </a:r>
          </a:p>
        </p:txBody>
      </p:sp>
      <p:sp>
        <p:nvSpPr>
          <p:cNvPr id="5" name="Marcador de número de diapositiva 4">
            <a:extLst>
              <a:ext uri="{FF2B5EF4-FFF2-40B4-BE49-F238E27FC236}">
                <a16:creationId xmlns:a16="http://schemas.microsoft.com/office/drawing/2014/main" id="{46868410-BE8A-4C98-9C72-20D0A2A6A8B9}"/>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s-MX" smtClean="0"/>
              <a:pPr rtl="0"/>
              <a:t>16</a:t>
            </a:fld>
            <a:endParaRPr lang="es-MX"/>
          </a:p>
        </p:txBody>
      </p:sp>
    </p:spTree>
    <p:extLst>
      <p:ext uri="{BB962C8B-B14F-4D97-AF65-F5344CB8AC3E}">
        <p14:creationId xmlns:p14="http://schemas.microsoft.com/office/powerpoint/2010/main" val="34774530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A6F7BB-30A8-4980-AD4A-2FB0B53FA6C9}"/>
              </a:ext>
            </a:extLst>
          </p:cNvPr>
          <p:cNvSpPr>
            <a:spLocks noGrp="1"/>
          </p:cNvSpPr>
          <p:nvPr>
            <p:ph type="title"/>
          </p:nvPr>
        </p:nvSpPr>
        <p:spPr>
          <a:xfrm>
            <a:off x="1885156" y="892177"/>
            <a:ext cx="8421688" cy="1325563"/>
          </a:xfrm>
        </p:spPr>
        <p:txBody>
          <a:bodyPr rtlCol="0"/>
          <a:lstStyle/>
          <a:p>
            <a:pPr rtl="0"/>
            <a:r>
              <a:rPr lang="es-MX"/>
              <a:t>QUIÉNES SOMOS </a:t>
            </a:r>
          </a:p>
        </p:txBody>
      </p:sp>
      <p:pic>
        <p:nvPicPr>
          <p:cNvPr id="38" name="Marcador de posición de imagen 37" descr="Primer plano de una persona del equipo">
            <a:extLst>
              <a:ext uri="{FF2B5EF4-FFF2-40B4-BE49-F238E27FC236}">
                <a16:creationId xmlns:a16="http://schemas.microsoft.com/office/drawing/2014/main" id="{76554518-1C01-4B26-9940-1C04FC9D73BA}"/>
              </a:ext>
            </a:extLst>
          </p:cNvPr>
          <p:cNvPicPr>
            <a:picLocks noGrp="1" noChangeAspect="1"/>
          </p:cNvPicPr>
          <p:nvPr>
            <p:ph type="pic" sz="quarter" idx="14"/>
          </p:nvPr>
        </p:nvPicPr>
        <p:blipFill rotWithShape="1">
          <a:blip r:embed="rId3">
            <a:extLst>
              <a:ext uri="{28A0092B-C50C-407E-A947-70E740481C1C}">
                <a14:useLocalDpi xmlns:a14="http://schemas.microsoft.com/office/drawing/2010/main" val="0"/>
              </a:ext>
            </a:extLst>
          </a:blip>
          <a:srcRect/>
          <a:stretch/>
        </p:blipFill>
        <p:spPr>
          <a:xfrm>
            <a:off x="1877176" y="2428875"/>
            <a:ext cx="1066800" cy="1066800"/>
          </a:xfrm>
        </p:spPr>
      </p:pic>
      <p:sp>
        <p:nvSpPr>
          <p:cNvPr id="36" name="Marcador de texto 35">
            <a:extLst>
              <a:ext uri="{FF2B5EF4-FFF2-40B4-BE49-F238E27FC236}">
                <a16:creationId xmlns:a16="http://schemas.microsoft.com/office/drawing/2014/main" id="{23BA8AAF-B08B-441B-AAF3-590A568329BF}"/>
              </a:ext>
            </a:extLst>
          </p:cNvPr>
          <p:cNvSpPr>
            <a:spLocks noGrp="1"/>
          </p:cNvSpPr>
          <p:nvPr>
            <p:ph type="body" idx="1"/>
          </p:nvPr>
        </p:nvSpPr>
        <p:spPr>
          <a:xfrm>
            <a:off x="1500168" y="3654378"/>
            <a:ext cx="1828800" cy="343061"/>
          </a:xfrm>
        </p:spPr>
        <p:txBody>
          <a:bodyPr rtlCol="0"/>
          <a:lstStyle/>
          <a:p>
            <a:pPr rtl="0"/>
            <a:r>
              <a:rPr lang="es-MX"/>
              <a:t>TAKUMA HAYASHI</a:t>
            </a:r>
          </a:p>
          <a:p>
            <a:pPr rtl="0"/>
            <a:endParaRPr lang="es-MX"/>
          </a:p>
        </p:txBody>
      </p:sp>
      <p:sp>
        <p:nvSpPr>
          <p:cNvPr id="52" name="Marcador de texto 51">
            <a:extLst>
              <a:ext uri="{FF2B5EF4-FFF2-40B4-BE49-F238E27FC236}">
                <a16:creationId xmlns:a16="http://schemas.microsoft.com/office/drawing/2014/main" id="{E07741A2-243F-4086-945C-BCA1F24E6DB5}"/>
              </a:ext>
            </a:extLst>
          </p:cNvPr>
          <p:cNvSpPr>
            <a:spLocks noGrp="1"/>
          </p:cNvSpPr>
          <p:nvPr>
            <p:ph type="body" idx="21"/>
          </p:nvPr>
        </p:nvSpPr>
        <p:spPr>
          <a:xfrm>
            <a:off x="1390120" y="3782039"/>
            <a:ext cx="2057400" cy="343061"/>
          </a:xfrm>
        </p:spPr>
        <p:txBody>
          <a:bodyPr rtlCol="0"/>
          <a:lstStyle/>
          <a:p>
            <a:pPr rtl="0"/>
            <a:r>
              <a:rPr lang="es-MX"/>
              <a:t>Presidente</a:t>
            </a:r>
          </a:p>
        </p:txBody>
      </p:sp>
      <p:pic>
        <p:nvPicPr>
          <p:cNvPr id="42" name="Marcador de posición de imagen 41" descr="Primer plano de una persona del equipo">
            <a:extLst>
              <a:ext uri="{FF2B5EF4-FFF2-40B4-BE49-F238E27FC236}">
                <a16:creationId xmlns:a16="http://schemas.microsoft.com/office/drawing/2014/main" id="{CB092FE3-5F48-4433-B8FF-114D1CD7437D}"/>
              </a:ext>
            </a:extLst>
          </p:cNvPr>
          <p:cNvPicPr>
            <a:picLocks noGrp="1" noChangeAspect="1"/>
          </p:cNvPicPr>
          <p:nvPr>
            <p:ph type="pic" sz="quarter" idx="15"/>
          </p:nvPr>
        </p:nvPicPr>
        <p:blipFill rotWithShape="1">
          <a:blip r:embed="rId4">
            <a:extLst>
              <a:ext uri="{28A0092B-C50C-407E-A947-70E740481C1C}">
                <a14:useLocalDpi xmlns:a14="http://schemas.microsoft.com/office/drawing/2010/main" val="0"/>
              </a:ext>
            </a:extLst>
          </a:blip>
          <a:srcRect/>
          <a:stretch/>
        </p:blipFill>
        <p:spPr>
          <a:xfrm>
            <a:off x="4226270" y="2428875"/>
            <a:ext cx="1066800" cy="1066800"/>
          </a:xfrm>
        </p:spPr>
      </p:pic>
      <p:sp>
        <p:nvSpPr>
          <p:cNvPr id="49" name="Marcador de texto 48">
            <a:extLst>
              <a:ext uri="{FF2B5EF4-FFF2-40B4-BE49-F238E27FC236}">
                <a16:creationId xmlns:a16="http://schemas.microsoft.com/office/drawing/2014/main" id="{27CB5CB7-B854-4F48-954C-5CF86CC9146D}"/>
              </a:ext>
            </a:extLst>
          </p:cNvPr>
          <p:cNvSpPr>
            <a:spLocks noGrp="1"/>
          </p:cNvSpPr>
          <p:nvPr>
            <p:ph type="body" idx="18"/>
          </p:nvPr>
        </p:nvSpPr>
        <p:spPr>
          <a:xfrm>
            <a:off x="3849262" y="3669060"/>
            <a:ext cx="1828800" cy="343061"/>
          </a:xfrm>
        </p:spPr>
        <p:txBody>
          <a:bodyPr rtlCol="0"/>
          <a:lstStyle/>
          <a:p>
            <a:pPr rtl="0"/>
            <a:r>
              <a:rPr lang="es-MX"/>
              <a:t>MIRJAM NILSSON​</a:t>
            </a:r>
          </a:p>
        </p:txBody>
      </p:sp>
      <p:sp>
        <p:nvSpPr>
          <p:cNvPr id="61" name="Marcador de texto 60">
            <a:extLst>
              <a:ext uri="{FF2B5EF4-FFF2-40B4-BE49-F238E27FC236}">
                <a16:creationId xmlns:a16="http://schemas.microsoft.com/office/drawing/2014/main" id="{F1C860E6-FF87-419F-8B26-B8EA4D5F3D3D}"/>
              </a:ext>
            </a:extLst>
          </p:cNvPr>
          <p:cNvSpPr>
            <a:spLocks noGrp="1"/>
          </p:cNvSpPr>
          <p:nvPr>
            <p:ph type="body" idx="22"/>
          </p:nvPr>
        </p:nvSpPr>
        <p:spPr>
          <a:xfrm>
            <a:off x="3739214" y="3796721"/>
            <a:ext cx="2057400" cy="343061"/>
          </a:xfrm>
        </p:spPr>
        <p:txBody>
          <a:bodyPr rtlCol="0"/>
          <a:lstStyle/>
          <a:p>
            <a:pPr rtl="0"/>
            <a:r>
              <a:rPr lang="es-MX"/>
              <a:t>Directora ejecutiva</a:t>
            </a:r>
          </a:p>
        </p:txBody>
      </p:sp>
      <p:pic>
        <p:nvPicPr>
          <p:cNvPr id="46" name="Marcador de posición de imagen 45" descr="Primer plano de una persona del equipo">
            <a:extLst>
              <a:ext uri="{FF2B5EF4-FFF2-40B4-BE49-F238E27FC236}">
                <a16:creationId xmlns:a16="http://schemas.microsoft.com/office/drawing/2014/main" id="{570FC090-540A-41E2-99FA-7B7BC171A64E}"/>
              </a:ext>
            </a:extLst>
          </p:cNvPr>
          <p:cNvPicPr>
            <a:picLocks noGrp="1" noChangeAspect="1"/>
          </p:cNvPicPr>
          <p:nvPr>
            <p:ph type="pic" sz="quarter" idx="16"/>
          </p:nvPr>
        </p:nvPicPr>
        <p:blipFill rotWithShape="1">
          <a:blip r:embed="rId5">
            <a:extLst>
              <a:ext uri="{28A0092B-C50C-407E-A947-70E740481C1C}">
                <a14:useLocalDpi xmlns:a14="http://schemas.microsoft.com/office/drawing/2010/main" val="0"/>
              </a:ext>
            </a:extLst>
          </a:blip>
          <a:srcRect/>
          <a:stretch/>
        </p:blipFill>
        <p:spPr>
          <a:xfrm>
            <a:off x="6716934" y="2428875"/>
            <a:ext cx="1066800" cy="1066800"/>
          </a:xfrm>
        </p:spPr>
      </p:pic>
      <p:sp>
        <p:nvSpPr>
          <p:cNvPr id="50" name="Marcador de texto 49">
            <a:extLst>
              <a:ext uri="{FF2B5EF4-FFF2-40B4-BE49-F238E27FC236}">
                <a16:creationId xmlns:a16="http://schemas.microsoft.com/office/drawing/2014/main" id="{540F887C-E8EB-4467-90FE-023D47FFB454}"/>
              </a:ext>
            </a:extLst>
          </p:cNvPr>
          <p:cNvSpPr>
            <a:spLocks noGrp="1"/>
          </p:cNvSpPr>
          <p:nvPr>
            <p:ph type="body" idx="19"/>
          </p:nvPr>
        </p:nvSpPr>
        <p:spPr>
          <a:xfrm>
            <a:off x="6339926" y="3669060"/>
            <a:ext cx="1828800" cy="343061"/>
          </a:xfrm>
        </p:spPr>
        <p:txBody>
          <a:bodyPr rtlCol="0"/>
          <a:lstStyle/>
          <a:p>
            <a:pPr rtl="0"/>
            <a:r>
              <a:rPr lang="es-MX"/>
              <a:t>FLORA BERGGREN​</a:t>
            </a:r>
          </a:p>
          <a:p>
            <a:pPr rtl="0"/>
            <a:endParaRPr lang="es-MX"/>
          </a:p>
        </p:txBody>
      </p:sp>
      <p:sp>
        <p:nvSpPr>
          <p:cNvPr id="62" name="Marcador de texto 61">
            <a:extLst>
              <a:ext uri="{FF2B5EF4-FFF2-40B4-BE49-F238E27FC236}">
                <a16:creationId xmlns:a16="http://schemas.microsoft.com/office/drawing/2014/main" id="{F1AF6C54-9939-432B-BBC2-5E0C0F8B2D8C}"/>
              </a:ext>
            </a:extLst>
          </p:cNvPr>
          <p:cNvSpPr>
            <a:spLocks noGrp="1"/>
          </p:cNvSpPr>
          <p:nvPr>
            <p:ph type="body" idx="23"/>
          </p:nvPr>
        </p:nvSpPr>
        <p:spPr>
          <a:xfrm>
            <a:off x="6217963" y="3796721"/>
            <a:ext cx="2057400" cy="343061"/>
          </a:xfrm>
        </p:spPr>
        <p:txBody>
          <a:bodyPr rtlCol="0"/>
          <a:lstStyle/>
          <a:p>
            <a:pPr rtl="0"/>
            <a:r>
              <a:rPr lang="es-MX"/>
              <a:t>Directora de operaciones</a:t>
            </a:r>
          </a:p>
        </p:txBody>
      </p:sp>
      <p:pic>
        <p:nvPicPr>
          <p:cNvPr id="54" name="Marcador de posición de imagen 53" descr="Primer plano de una persona del equipo">
            <a:extLst>
              <a:ext uri="{FF2B5EF4-FFF2-40B4-BE49-F238E27FC236}">
                <a16:creationId xmlns:a16="http://schemas.microsoft.com/office/drawing/2014/main" id="{79B06025-9CB9-45C4-BF20-7D0D27D1B814}"/>
              </a:ext>
            </a:extLst>
          </p:cNvPr>
          <p:cNvPicPr>
            <a:picLocks noGrp="1" noChangeAspect="1"/>
          </p:cNvPicPr>
          <p:nvPr>
            <p:ph type="pic" sz="quarter" idx="17"/>
          </p:nvPr>
        </p:nvPicPr>
        <p:blipFill rotWithShape="1">
          <a:blip r:embed="rId6">
            <a:extLst>
              <a:ext uri="{28A0092B-C50C-407E-A947-70E740481C1C}">
                <a14:useLocalDpi xmlns:a14="http://schemas.microsoft.com/office/drawing/2010/main" val="0"/>
              </a:ext>
            </a:extLst>
          </a:blip>
          <a:srcRect/>
          <a:stretch/>
        </p:blipFill>
        <p:spPr>
          <a:xfrm>
            <a:off x="9136814" y="2428875"/>
            <a:ext cx="1066800" cy="1066800"/>
          </a:xfrm>
        </p:spPr>
      </p:pic>
      <p:sp>
        <p:nvSpPr>
          <p:cNvPr id="51" name="Marcador de texto 50">
            <a:extLst>
              <a:ext uri="{FF2B5EF4-FFF2-40B4-BE49-F238E27FC236}">
                <a16:creationId xmlns:a16="http://schemas.microsoft.com/office/drawing/2014/main" id="{C1C77C5B-2A5F-4999-A5BF-F60EA88DE493}"/>
              </a:ext>
            </a:extLst>
          </p:cNvPr>
          <p:cNvSpPr>
            <a:spLocks noGrp="1"/>
          </p:cNvSpPr>
          <p:nvPr>
            <p:ph type="body" idx="20"/>
          </p:nvPr>
        </p:nvSpPr>
        <p:spPr>
          <a:xfrm>
            <a:off x="8759806" y="3654378"/>
            <a:ext cx="1828800" cy="343061"/>
          </a:xfrm>
        </p:spPr>
        <p:txBody>
          <a:bodyPr rtlCol="0"/>
          <a:lstStyle/>
          <a:p>
            <a:pPr rtl="0"/>
            <a:r>
              <a:rPr lang="es-MX"/>
              <a:t>RAJESH SANTOSHI</a:t>
            </a:r>
          </a:p>
        </p:txBody>
      </p:sp>
      <p:sp>
        <p:nvSpPr>
          <p:cNvPr id="63" name="Marcador de texto 62">
            <a:extLst>
              <a:ext uri="{FF2B5EF4-FFF2-40B4-BE49-F238E27FC236}">
                <a16:creationId xmlns:a16="http://schemas.microsoft.com/office/drawing/2014/main" id="{41797063-0A46-4FCE-86CB-FC66F997C5F4}"/>
              </a:ext>
            </a:extLst>
          </p:cNvPr>
          <p:cNvSpPr>
            <a:spLocks noGrp="1"/>
          </p:cNvSpPr>
          <p:nvPr>
            <p:ph type="body" idx="24"/>
          </p:nvPr>
        </p:nvSpPr>
        <p:spPr>
          <a:xfrm>
            <a:off x="8425182" y="3782039"/>
            <a:ext cx="2475900" cy="343061"/>
          </a:xfrm>
        </p:spPr>
        <p:txBody>
          <a:bodyPr rtlCol="0"/>
          <a:lstStyle/>
          <a:p>
            <a:pPr rtl="0"/>
            <a:r>
              <a:rPr lang="es-MX"/>
              <a:t>Vicepresidenta de marketing</a:t>
            </a:r>
          </a:p>
        </p:txBody>
      </p:sp>
      <p:pic>
        <p:nvPicPr>
          <p:cNvPr id="58" name="Marcador de posición de imagen 57" descr="Primer plano de una persona del equipo">
            <a:extLst>
              <a:ext uri="{FF2B5EF4-FFF2-40B4-BE49-F238E27FC236}">
                <a16:creationId xmlns:a16="http://schemas.microsoft.com/office/drawing/2014/main" id="{84ACB9E1-B019-4966-9E07-8D06D40BDDD3}"/>
              </a:ext>
            </a:extLst>
          </p:cNvPr>
          <p:cNvPicPr>
            <a:picLocks noGrp="1" noChangeAspect="1"/>
          </p:cNvPicPr>
          <p:nvPr>
            <p:ph type="pic" sz="quarter" idx="26"/>
          </p:nvPr>
        </p:nvPicPr>
        <p:blipFill rotWithShape="1">
          <a:blip r:embed="rId7">
            <a:extLst>
              <a:ext uri="{28A0092B-C50C-407E-A947-70E740481C1C}">
                <a14:useLocalDpi xmlns:a14="http://schemas.microsoft.com/office/drawing/2010/main" val="0"/>
              </a:ext>
            </a:extLst>
          </a:blip>
          <a:srcRect/>
          <a:stretch/>
        </p:blipFill>
        <p:spPr>
          <a:xfrm>
            <a:off x="1877176" y="4287711"/>
            <a:ext cx="1066800" cy="1066800"/>
          </a:xfrm>
        </p:spPr>
      </p:pic>
      <p:sp>
        <p:nvSpPr>
          <p:cNvPr id="64" name="Marcador de texto 63">
            <a:extLst>
              <a:ext uri="{FF2B5EF4-FFF2-40B4-BE49-F238E27FC236}">
                <a16:creationId xmlns:a16="http://schemas.microsoft.com/office/drawing/2014/main" id="{3ECD1D6F-7DAE-4DCC-BBB4-CD519379CDF6}"/>
              </a:ext>
            </a:extLst>
          </p:cNvPr>
          <p:cNvSpPr>
            <a:spLocks noGrp="1"/>
          </p:cNvSpPr>
          <p:nvPr>
            <p:ph type="body" idx="25"/>
          </p:nvPr>
        </p:nvSpPr>
        <p:spPr>
          <a:xfrm>
            <a:off x="1500168" y="5513214"/>
            <a:ext cx="1828800" cy="343061"/>
          </a:xfrm>
        </p:spPr>
        <p:txBody>
          <a:bodyPr rtlCol="0"/>
          <a:lstStyle/>
          <a:p>
            <a:pPr rtl="0"/>
            <a:r>
              <a:rPr lang="es-MX"/>
              <a:t>GRAHAM BARNES</a:t>
            </a:r>
          </a:p>
          <a:p>
            <a:pPr rtl="0"/>
            <a:endParaRPr lang="es-MX"/>
          </a:p>
        </p:txBody>
      </p:sp>
      <p:sp>
        <p:nvSpPr>
          <p:cNvPr id="72" name="Marcador de texto 71">
            <a:extLst>
              <a:ext uri="{FF2B5EF4-FFF2-40B4-BE49-F238E27FC236}">
                <a16:creationId xmlns:a16="http://schemas.microsoft.com/office/drawing/2014/main" id="{0420E7B5-7D79-437C-BC6E-11C9C9C73D12}"/>
              </a:ext>
            </a:extLst>
          </p:cNvPr>
          <p:cNvSpPr>
            <a:spLocks noGrp="1"/>
          </p:cNvSpPr>
          <p:nvPr>
            <p:ph type="body" idx="33"/>
          </p:nvPr>
        </p:nvSpPr>
        <p:spPr>
          <a:xfrm>
            <a:off x="1390120" y="5640875"/>
            <a:ext cx="2057400" cy="343061"/>
          </a:xfrm>
        </p:spPr>
        <p:txBody>
          <a:bodyPr rtlCol="0"/>
          <a:lstStyle/>
          <a:p>
            <a:pPr rtl="0"/>
            <a:r>
              <a:rPr lang="es-MX"/>
              <a:t>Vicepresidente de producto</a:t>
            </a:r>
          </a:p>
        </p:txBody>
      </p:sp>
      <p:pic>
        <p:nvPicPr>
          <p:cNvPr id="66" name="Marcador de posición de imagen 65" descr="Primer plano de una persona del equipo">
            <a:extLst>
              <a:ext uri="{FF2B5EF4-FFF2-40B4-BE49-F238E27FC236}">
                <a16:creationId xmlns:a16="http://schemas.microsoft.com/office/drawing/2014/main" id="{D61AF03E-3F4A-4F5E-BA7C-C1DF611CEA4F}"/>
              </a:ext>
            </a:extLst>
          </p:cNvPr>
          <p:cNvPicPr>
            <a:picLocks noGrp="1" noChangeAspect="1"/>
          </p:cNvPicPr>
          <p:nvPr>
            <p:ph type="pic" sz="quarter" idx="27"/>
          </p:nvPr>
        </p:nvPicPr>
        <p:blipFill rotWithShape="1">
          <a:blip r:embed="rId8">
            <a:extLst>
              <a:ext uri="{28A0092B-C50C-407E-A947-70E740481C1C}">
                <a14:useLocalDpi xmlns:a14="http://schemas.microsoft.com/office/drawing/2010/main" val="0"/>
              </a:ext>
            </a:extLst>
          </a:blip>
          <a:srcRect/>
          <a:stretch/>
        </p:blipFill>
        <p:spPr>
          <a:xfrm>
            <a:off x="4226270" y="4287711"/>
            <a:ext cx="1066800" cy="1066800"/>
          </a:xfrm>
        </p:spPr>
      </p:pic>
      <p:sp>
        <p:nvSpPr>
          <p:cNvPr id="69" name="Marcador de texto 68">
            <a:extLst>
              <a:ext uri="{FF2B5EF4-FFF2-40B4-BE49-F238E27FC236}">
                <a16:creationId xmlns:a16="http://schemas.microsoft.com/office/drawing/2014/main" id="{A5A9CD8D-31A9-4139-87B2-349EA8E14781}"/>
              </a:ext>
            </a:extLst>
          </p:cNvPr>
          <p:cNvSpPr>
            <a:spLocks noGrp="1"/>
          </p:cNvSpPr>
          <p:nvPr>
            <p:ph type="body" idx="30"/>
          </p:nvPr>
        </p:nvSpPr>
        <p:spPr>
          <a:xfrm>
            <a:off x="3849262" y="5527896"/>
            <a:ext cx="1828800" cy="343061"/>
          </a:xfrm>
        </p:spPr>
        <p:txBody>
          <a:bodyPr rtlCol="0"/>
          <a:lstStyle/>
          <a:p>
            <a:pPr rtl="0"/>
            <a:r>
              <a:rPr lang="es-MX"/>
              <a:t>ROWAN MURPHY</a:t>
            </a:r>
          </a:p>
          <a:p>
            <a:pPr rtl="0"/>
            <a:endParaRPr lang="es-MX"/>
          </a:p>
        </p:txBody>
      </p:sp>
      <p:sp>
        <p:nvSpPr>
          <p:cNvPr id="73" name="Marcador de texto 72">
            <a:extLst>
              <a:ext uri="{FF2B5EF4-FFF2-40B4-BE49-F238E27FC236}">
                <a16:creationId xmlns:a16="http://schemas.microsoft.com/office/drawing/2014/main" id="{E1FCDD58-01CD-47CF-AB15-A511E9D3612F}"/>
              </a:ext>
            </a:extLst>
          </p:cNvPr>
          <p:cNvSpPr>
            <a:spLocks noGrp="1"/>
          </p:cNvSpPr>
          <p:nvPr>
            <p:ph type="body" idx="34"/>
          </p:nvPr>
        </p:nvSpPr>
        <p:spPr>
          <a:xfrm>
            <a:off x="3739214" y="5655557"/>
            <a:ext cx="2057400" cy="343061"/>
          </a:xfrm>
        </p:spPr>
        <p:txBody>
          <a:bodyPr rtlCol="0"/>
          <a:lstStyle/>
          <a:p>
            <a:pPr rtl="0"/>
            <a:r>
              <a:rPr lang="es-MX"/>
              <a:t>Estratega en SEO</a:t>
            </a:r>
          </a:p>
        </p:txBody>
      </p:sp>
      <p:pic>
        <p:nvPicPr>
          <p:cNvPr id="78" name="Marcador de posición de imagen 77" descr="Primer plano de una persona del equipo">
            <a:extLst>
              <a:ext uri="{FF2B5EF4-FFF2-40B4-BE49-F238E27FC236}">
                <a16:creationId xmlns:a16="http://schemas.microsoft.com/office/drawing/2014/main" id="{C0C63D45-D8C0-4899-A4AC-EA536EBA3E9D}"/>
              </a:ext>
            </a:extLst>
          </p:cNvPr>
          <p:cNvPicPr>
            <a:picLocks noGrp="1" noChangeAspect="1"/>
          </p:cNvPicPr>
          <p:nvPr>
            <p:ph type="pic" sz="quarter" idx="28"/>
          </p:nvPr>
        </p:nvPicPr>
        <p:blipFill rotWithShape="1">
          <a:blip r:embed="rId9">
            <a:extLst>
              <a:ext uri="{28A0092B-C50C-407E-A947-70E740481C1C}">
                <a14:useLocalDpi xmlns:a14="http://schemas.microsoft.com/office/drawing/2010/main" val="0"/>
              </a:ext>
            </a:extLst>
          </a:blip>
          <a:srcRect/>
          <a:stretch/>
        </p:blipFill>
        <p:spPr>
          <a:xfrm>
            <a:off x="6716934" y="4287711"/>
            <a:ext cx="1066800" cy="1066800"/>
          </a:xfrm>
        </p:spPr>
      </p:pic>
      <p:sp>
        <p:nvSpPr>
          <p:cNvPr id="70" name="Marcador de texto 69">
            <a:extLst>
              <a:ext uri="{FF2B5EF4-FFF2-40B4-BE49-F238E27FC236}">
                <a16:creationId xmlns:a16="http://schemas.microsoft.com/office/drawing/2014/main" id="{58753412-8033-48AD-80DF-945C72BC7335}"/>
              </a:ext>
            </a:extLst>
          </p:cNvPr>
          <p:cNvSpPr>
            <a:spLocks noGrp="1"/>
          </p:cNvSpPr>
          <p:nvPr>
            <p:ph type="body" idx="31"/>
          </p:nvPr>
        </p:nvSpPr>
        <p:spPr>
          <a:xfrm>
            <a:off x="6339926" y="5527896"/>
            <a:ext cx="1828800" cy="343061"/>
          </a:xfrm>
        </p:spPr>
        <p:txBody>
          <a:bodyPr rtlCol="0"/>
          <a:lstStyle/>
          <a:p>
            <a:pPr rtl="0"/>
            <a:r>
              <a:rPr lang="es-MX"/>
              <a:t>ELIZABETH MOORE</a:t>
            </a:r>
          </a:p>
        </p:txBody>
      </p:sp>
      <p:sp>
        <p:nvSpPr>
          <p:cNvPr id="74" name="Marcador de texto 73">
            <a:extLst>
              <a:ext uri="{FF2B5EF4-FFF2-40B4-BE49-F238E27FC236}">
                <a16:creationId xmlns:a16="http://schemas.microsoft.com/office/drawing/2014/main" id="{2E2604A9-4BB8-4144-914B-DCF4F13DF3DB}"/>
              </a:ext>
            </a:extLst>
          </p:cNvPr>
          <p:cNvSpPr>
            <a:spLocks noGrp="1"/>
          </p:cNvSpPr>
          <p:nvPr>
            <p:ph type="body" idx="35"/>
          </p:nvPr>
        </p:nvSpPr>
        <p:spPr>
          <a:xfrm>
            <a:off x="6229878" y="5655557"/>
            <a:ext cx="2057400" cy="343061"/>
          </a:xfrm>
        </p:spPr>
        <p:txBody>
          <a:bodyPr rtlCol="0"/>
          <a:lstStyle/>
          <a:p>
            <a:pPr rtl="0"/>
            <a:r>
              <a:rPr lang="es-MX"/>
              <a:t>Diseñadora de productos</a:t>
            </a:r>
          </a:p>
        </p:txBody>
      </p:sp>
      <p:pic>
        <p:nvPicPr>
          <p:cNvPr id="83" name="Marcador de posición de imagen 82" descr="Primer plano de una persona del equipo">
            <a:extLst>
              <a:ext uri="{FF2B5EF4-FFF2-40B4-BE49-F238E27FC236}">
                <a16:creationId xmlns:a16="http://schemas.microsoft.com/office/drawing/2014/main" id="{3640DB2F-E9FF-4506-B751-D3C6F935A4DD}"/>
              </a:ext>
            </a:extLst>
          </p:cNvPr>
          <p:cNvPicPr>
            <a:picLocks noGrp="1" noChangeAspect="1"/>
          </p:cNvPicPr>
          <p:nvPr>
            <p:ph type="pic" sz="quarter" idx="29"/>
          </p:nvPr>
        </p:nvPicPr>
        <p:blipFill rotWithShape="1">
          <a:blip r:embed="rId10">
            <a:extLst>
              <a:ext uri="{28A0092B-C50C-407E-A947-70E740481C1C}">
                <a14:useLocalDpi xmlns:a14="http://schemas.microsoft.com/office/drawing/2010/main" val="0"/>
              </a:ext>
            </a:extLst>
          </a:blip>
          <a:srcRect/>
          <a:stretch/>
        </p:blipFill>
        <p:spPr>
          <a:xfrm>
            <a:off x="9136814" y="4287711"/>
            <a:ext cx="1066800" cy="1066800"/>
          </a:xfrm>
        </p:spPr>
      </p:pic>
      <p:sp>
        <p:nvSpPr>
          <p:cNvPr id="71" name="Marcador de texto 70">
            <a:extLst>
              <a:ext uri="{FF2B5EF4-FFF2-40B4-BE49-F238E27FC236}">
                <a16:creationId xmlns:a16="http://schemas.microsoft.com/office/drawing/2014/main" id="{A45FE9A3-15E0-49FA-B6E5-DB16CD0C2C8F}"/>
              </a:ext>
            </a:extLst>
          </p:cNvPr>
          <p:cNvSpPr>
            <a:spLocks noGrp="1"/>
          </p:cNvSpPr>
          <p:nvPr>
            <p:ph type="body" idx="32"/>
          </p:nvPr>
        </p:nvSpPr>
        <p:spPr>
          <a:xfrm>
            <a:off x="8759806" y="5513214"/>
            <a:ext cx="1828800" cy="343061"/>
          </a:xfrm>
        </p:spPr>
        <p:txBody>
          <a:bodyPr rtlCol="0"/>
          <a:lstStyle/>
          <a:p>
            <a:pPr rtl="0"/>
            <a:r>
              <a:rPr lang="es-MX"/>
              <a:t>ROBIN KLINE</a:t>
            </a:r>
          </a:p>
        </p:txBody>
      </p:sp>
      <p:sp>
        <p:nvSpPr>
          <p:cNvPr id="75" name="Marcador de texto 74">
            <a:extLst>
              <a:ext uri="{FF2B5EF4-FFF2-40B4-BE49-F238E27FC236}">
                <a16:creationId xmlns:a16="http://schemas.microsoft.com/office/drawing/2014/main" id="{72076C4D-9688-4C1A-AB51-8F1051A803A9}"/>
              </a:ext>
            </a:extLst>
          </p:cNvPr>
          <p:cNvSpPr>
            <a:spLocks noGrp="1"/>
          </p:cNvSpPr>
          <p:nvPr>
            <p:ph type="body" idx="36"/>
          </p:nvPr>
        </p:nvSpPr>
        <p:spPr>
          <a:xfrm>
            <a:off x="8425182" y="5640875"/>
            <a:ext cx="2475900" cy="343061"/>
          </a:xfrm>
        </p:spPr>
        <p:txBody>
          <a:bodyPr rtlCol="0"/>
          <a:lstStyle/>
          <a:p>
            <a:pPr rtl="0"/>
            <a:r>
              <a:rPr lang="es-MX"/>
              <a:t>Desarrolladora de contenido</a:t>
            </a:r>
          </a:p>
        </p:txBody>
      </p:sp>
      <p:sp>
        <p:nvSpPr>
          <p:cNvPr id="3" name="Marcador de fecha 2">
            <a:extLst>
              <a:ext uri="{FF2B5EF4-FFF2-40B4-BE49-F238E27FC236}">
                <a16:creationId xmlns:a16="http://schemas.microsoft.com/office/drawing/2014/main" id="{1833164A-09D8-4E05-899E-C830A562A446}"/>
              </a:ext>
            </a:extLst>
          </p:cNvPr>
          <p:cNvSpPr>
            <a:spLocks noGrp="1"/>
          </p:cNvSpPr>
          <p:nvPr>
            <p:ph type="dt" sz="half" idx="10"/>
          </p:nvPr>
        </p:nvSpPr>
        <p:spPr>
          <a:xfrm>
            <a:off x="838200" y="6356350"/>
            <a:ext cx="2743200" cy="365125"/>
          </a:xfrm>
        </p:spPr>
        <p:txBody>
          <a:bodyPr rtlCol="0"/>
          <a:lstStyle/>
          <a:p>
            <a:pPr rtl="0"/>
            <a:r>
              <a:rPr lang="es-MX"/>
              <a:t>20XX</a:t>
            </a:r>
          </a:p>
        </p:txBody>
      </p:sp>
      <p:sp>
        <p:nvSpPr>
          <p:cNvPr id="4" name="Marcador de pie de página 3">
            <a:extLst>
              <a:ext uri="{FF2B5EF4-FFF2-40B4-BE49-F238E27FC236}">
                <a16:creationId xmlns:a16="http://schemas.microsoft.com/office/drawing/2014/main" id="{79EB4DEA-4DCD-421C-A905-7EFCAE898907}"/>
              </a:ext>
            </a:extLst>
          </p:cNvPr>
          <p:cNvSpPr>
            <a:spLocks noGrp="1"/>
          </p:cNvSpPr>
          <p:nvPr>
            <p:ph type="ftr" sz="quarter" idx="11"/>
          </p:nvPr>
        </p:nvSpPr>
        <p:spPr>
          <a:xfrm>
            <a:off x="4038600" y="6356350"/>
            <a:ext cx="4114800" cy="365125"/>
          </a:xfrm>
        </p:spPr>
        <p:txBody>
          <a:bodyPr rtlCol="0"/>
          <a:lstStyle/>
          <a:p>
            <a:pPr rtl="0"/>
            <a:r>
              <a:rPr lang="es-MX"/>
              <a:t>Presentación de lanzamiento</a:t>
            </a:r>
          </a:p>
        </p:txBody>
      </p:sp>
      <p:sp>
        <p:nvSpPr>
          <p:cNvPr id="5" name="Marcador de número de diapositiva 4">
            <a:extLst>
              <a:ext uri="{FF2B5EF4-FFF2-40B4-BE49-F238E27FC236}">
                <a16:creationId xmlns:a16="http://schemas.microsoft.com/office/drawing/2014/main" id="{2E1923C7-5010-4C4F-A932-4BDA0B62A7C0}"/>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s-MX" smtClean="0"/>
              <a:pPr rtl="0"/>
              <a:t>17</a:t>
            </a:fld>
            <a:endParaRPr lang="es-MX"/>
          </a:p>
        </p:txBody>
      </p:sp>
    </p:spTree>
    <p:extLst>
      <p:ext uri="{BB962C8B-B14F-4D97-AF65-F5344CB8AC3E}">
        <p14:creationId xmlns:p14="http://schemas.microsoft.com/office/powerpoint/2010/main" val="33962667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1BF33B-5572-4A00-A55C-1E13A6B3A8F1}"/>
              </a:ext>
            </a:extLst>
          </p:cNvPr>
          <p:cNvSpPr>
            <a:spLocks noGrp="1"/>
          </p:cNvSpPr>
          <p:nvPr>
            <p:ph type="title"/>
          </p:nvPr>
        </p:nvSpPr>
        <p:spPr>
          <a:xfrm>
            <a:off x="1885156" y="892177"/>
            <a:ext cx="8421688" cy="1325563"/>
          </a:xfrm>
        </p:spPr>
        <p:txBody>
          <a:bodyPr rtlCol="0"/>
          <a:lstStyle/>
          <a:p>
            <a:pPr rtl="0"/>
            <a:r>
              <a:rPr lang="es-MX" dirty="0"/>
              <a:t>FINANCIACIÓN</a:t>
            </a:r>
          </a:p>
        </p:txBody>
      </p:sp>
      <p:graphicFrame>
        <p:nvGraphicFramePr>
          <p:cNvPr id="126" name="Marcador de contenido 125" title="Gráfico de financiación">
            <a:extLst>
              <a:ext uri="{FF2B5EF4-FFF2-40B4-BE49-F238E27FC236}">
                <a16:creationId xmlns:a16="http://schemas.microsoft.com/office/drawing/2014/main" id="{A036AFA2-B0F0-4DE7-B7AE-E4B852EB3D36}"/>
              </a:ext>
            </a:extLst>
          </p:cNvPr>
          <p:cNvGraphicFramePr>
            <a:graphicFrameLocks noGrp="1"/>
          </p:cNvGraphicFramePr>
          <p:nvPr>
            <p:ph sz="quarter" idx="21"/>
            <p:extLst>
              <p:ext uri="{D42A27DB-BD31-4B8C-83A1-F6EECF244321}">
                <p14:modId xmlns:p14="http://schemas.microsoft.com/office/powerpoint/2010/main" val="830127518"/>
              </p:ext>
            </p:extLst>
          </p:nvPr>
        </p:nvGraphicFramePr>
        <p:xfrm>
          <a:off x="1074738" y="2119313"/>
          <a:ext cx="1857375" cy="1663700"/>
        </p:xfrm>
        <a:graphic>
          <a:graphicData uri="http://schemas.openxmlformats.org/drawingml/2006/chart">
            <c:chart xmlns:c="http://schemas.openxmlformats.org/drawingml/2006/chart" xmlns:r="http://schemas.openxmlformats.org/officeDocument/2006/relationships" r:id="rId3"/>
          </a:graphicData>
        </a:graphic>
      </p:graphicFrame>
      <p:sp>
        <p:nvSpPr>
          <p:cNvPr id="3" name="Marcador de texto 2">
            <a:extLst>
              <a:ext uri="{FF2B5EF4-FFF2-40B4-BE49-F238E27FC236}">
                <a16:creationId xmlns:a16="http://schemas.microsoft.com/office/drawing/2014/main" id="{82A4739B-8DE9-4523-8034-4E83861CCF73}"/>
              </a:ext>
            </a:extLst>
          </p:cNvPr>
          <p:cNvSpPr>
            <a:spLocks noGrp="1"/>
          </p:cNvSpPr>
          <p:nvPr>
            <p:ph type="body" idx="1"/>
          </p:nvPr>
        </p:nvSpPr>
        <p:spPr>
          <a:xfrm>
            <a:off x="838200" y="3788813"/>
            <a:ext cx="2330726" cy="804859"/>
          </a:xfrm>
        </p:spPr>
        <p:txBody>
          <a:bodyPr rtlCol="0"/>
          <a:lstStyle/>
          <a:p>
            <a:pPr rtl="0"/>
            <a:r>
              <a:rPr lang="es-MX" dirty="0"/>
              <a:t>$14,000</a:t>
            </a:r>
          </a:p>
        </p:txBody>
      </p:sp>
      <p:sp>
        <p:nvSpPr>
          <p:cNvPr id="14" name="Marcador de texto 13">
            <a:extLst>
              <a:ext uri="{FF2B5EF4-FFF2-40B4-BE49-F238E27FC236}">
                <a16:creationId xmlns:a16="http://schemas.microsoft.com/office/drawing/2014/main" id="{C487CCC0-D329-4C1F-A1CD-04930A23C5C3}"/>
              </a:ext>
            </a:extLst>
          </p:cNvPr>
          <p:cNvSpPr>
            <a:spLocks noGrp="1"/>
          </p:cNvSpPr>
          <p:nvPr>
            <p:ph type="body" idx="17"/>
          </p:nvPr>
        </p:nvSpPr>
        <p:spPr>
          <a:xfrm>
            <a:off x="838200" y="4464810"/>
            <a:ext cx="2330726" cy="438505"/>
          </a:xfrm>
        </p:spPr>
        <p:txBody>
          <a:bodyPr rtlCol="0"/>
          <a:lstStyle/>
          <a:p>
            <a:pPr rtl="0"/>
            <a:r>
              <a:rPr lang="es-MX" dirty="0"/>
              <a:t>INVERSORES ÁNGELES</a:t>
            </a:r>
          </a:p>
        </p:txBody>
      </p:sp>
      <p:sp>
        <p:nvSpPr>
          <p:cNvPr id="4" name="Marcador de contenido 3">
            <a:extLst>
              <a:ext uri="{FF2B5EF4-FFF2-40B4-BE49-F238E27FC236}">
                <a16:creationId xmlns:a16="http://schemas.microsoft.com/office/drawing/2014/main" id="{21CF2BB3-1E12-4189-9F5F-EF136C62E39B}"/>
              </a:ext>
            </a:extLst>
          </p:cNvPr>
          <p:cNvSpPr>
            <a:spLocks noGrp="1"/>
          </p:cNvSpPr>
          <p:nvPr>
            <p:ph sz="half" idx="2"/>
          </p:nvPr>
        </p:nvSpPr>
        <p:spPr>
          <a:xfrm>
            <a:off x="838200" y="5120722"/>
            <a:ext cx="2330726" cy="853167"/>
          </a:xfrm>
        </p:spPr>
        <p:txBody>
          <a:bodyPr rtlCol="0"/>
          <a:lstStyle/>
          <a:p>
            <a:pPr rtl="0"/>
            <a:r>
              <a:rPr lang="es-MX" dirty="0"/>
              <a:t>Importe obtenido a través de otros inversores</a:t>
            </a:r>
          </a:p>
        </p:txBody>
      </p:sp>
      <p:graphicFrame>
        <p:nvGraphicFramePr>
          <p:cNvPr id="127" name="Marcador de contenido 126" title="Gráfico de financiación">
            <a:extLst>
              <a:ext uri="{FF2B5EF4-FFF2-40B4-BE49-F238E27FC236}">
                <a16:creationId xmlns:a16="http://schemas.microsoft.com/office/drawing/2014/main" id="{47DB352F-5059-4378-B91D-92E59C6B1B91}"/>
              </a:ext>
            </a:extLst>
          </p:cNvPr>
          <p:cNvGraphicFramePr>
            <a:graphicFrameLocks noGrp="1"/>
          </p:cNvGraphicFramePr>
          <p:nvPr>
            <p:ph sz="quarter" idx="22"/>
            <p:extLst>
              <p:ext uri="{D42A27DB-BD31-4B8C-83A1-F6EECF244321}">
                <p14:modId xmlns:p14="http://schemas.microsoft.com/office/powerpoint/2010/main" val="1567035867"/>
              </p:ext>
            </p:extLst>
          </p:nvPr>
        </p:nvGraphicFramePr>
        <p:xfrm>
          <a:off x="3811588" y="2119313"/>
          <a:ext cx="1855787" cy="1663700"/>
        </p:xfrm>
        <a:graphic>
          <a:graphicData uri="http://schemas.openxmlformats.org/drawingml/2006/chart">
            <c:chart xmlns:c="http://schemas.openxmlformats.org/drawingml/2006/chart" xmlns:r="http://schemas.openxmlformats.org/officeDocument/2006/relationships" r:id="rId4"/>
          </a:graphicData>
        </a:graphic>
      </p:graphicFrame>
      <p:sp>
        <p:nvSpPr>
          <p:cNvPr id="5" name="Marcador de texto 4">
            <a:extLst>
              <a:ext uri="{FF2B5EF4-FFF2-40B4-BE49-F238E27FC236}">
                <a16:creationId xmlns:a16="http://schemas.microsoft.com/office/drawing/2014/main" id="{68145D0E-892D-492B-8AD6-551CF27DD5F7}"/>
              </a:ext>
            </a:extLst>
          </p:cNvPr>
          <p:cNvSpPr>
            <a:spLocks noGrp="1"/>
          </p:cNvSpPr>
          <p:nvPr>
            <p:ph type="body" sz="quarter" idx="3"/>
          </p:nvPr>
        </p:nvSpPr>
        <p:spPr>
          <a:xfrm>
            <a:off x="3562665" y="3788813"/>
            <a:ext cx="2342205" cy="804859"/>
          </a:xfrm>
        </p:spPr>
        <p:txBody>
          <a:bodyPr rtlCol="0"/>
          <a:lstStyle/>
          <a:p>
            <a:pPr rtl="0"/>
            <a:r>
              <a:rPr lang="es-MX" dirty="0"/>
              <a:t>$12,000</a:t>
            </a:r>
          </a:p>
        </p:txBody>
      </p:sp>
      <p:sp>
        <p:nvSpPr>
          <p:cNvPr id="15" name="Marcador de texto 14">
            <a:extLst>
              <a:ext uri="{FF2B5EF4-FFF2-40B4-BE49-F238E27FC236}">
                <a16:creationId xmlns:a16="http://schemas.microsoft.com/office/drawing/2014/main" id="{34E62770-EE0A-4D83-B50E-CD868056030E}"/>
              </a:ext>
            </a:extLst>
          </p:cNvPr>
          <p:cNvSpPr>
            <a:spLocks noGrp="1"/>
          </p:cNvSpPr>
          <p:nvPr>
            <p:ph type="body" sz="quarter" idx="18"/>
          </p:nvPr>
        </p:nvSpPr>
        <p:spPr>
          <a:xfrm>
            <a:off x="3562665" y="4464810"/>
            <a:ext cx="2342205" cy="438505"/>
          </a:xfrm>
        </p:spPr>
        <p:txBody>
          <a:bodyPr rtlCol="0"/>
          <a:lstStyle/>
          <a:p>
            <a:pPr rtl="0"/>
            <a:r>
              <a:rPr lang="es-MX" dirty="0"/>
              <a:t>PROPIEDADES</a:t>
            </a:r>
          </a:p>
        </p:txBody>
      </p:sp>
      <p:sp>
        <p:nvSpPr>
          <p:cNvPr id="6" name="Marcador de contenido 5">
            <a:extLst>
              <a:ext uri="{FF2B5EF4-FFF2-40B4-BE49-F238E27FC236}">
                <a16:creationId xmlns:a16="http://schemas.microsoft.com/office/drawing/2014/main" id="{3ED3951E-8DE6-4BA9-B9BA-CFCDF432226C}"/>
              </a:ext>
            </a:extLst>
          </p:cNvPr>
          <p:cNvSpPr>
            <a:spLocks noGrp="1"/>
          </p:cNvSpPr>
          <p:nvPr>
            <p:ph sz="quarter" idx="4"/>
          </p:nvPr>
        </p:nvSpPr>
        <p:spPr>
          <a:xfrm>
            <a:off x="3562665" y="5120722"/>
            <a:ext cx="2342205" cy="853167"/>
          </a:xfrm>
        </p:spPr>
        <p:txBody>
          <a:bodyPr rtlCol="0"/>
          <a:lstStyle/>
          <a:p>
            <a:pPr rtl="0"/>
            <a:r>
              <a:rPr lang="es-MX" dirty="0"/>
              <a:t>Ingresos obtenidos del alquiler de inmuebles</a:t>
            </a:r>
          </a:p>
        </p:txBody>
      </p:sp>
      <p:graphicFrame>
        <p:nvGraphicFramePr>
          <p:cNvPr id="128" name="Marcador de contenido 127" title="Gráfico de financiación">
            <a:extLst>
              <a:ext uri="{FF2B5EF4-FFF2-40B4-BE49-F238E27FC236}">
                <a16:creationId xmlns:a16="http://schemas.microsoft.com/office/drawing/2014/main" id="{87227872-8A65-49E5-922E-C5FA7A158972}"/>
              </a:ext>
            </a:extLst>
          </p:cNvPr>
          <p:cNvGraphicFramePr>
            <a:graphicFrameLocks noGrp="1"/>
          </p:cNvGraphicFramePr>
          <p:nvPr>
            <p:ph sz="quarter" idx="23"/>
            <p:extLst>
              <p:ext uri="{D42A27DB-BD31-4B8C-83A1-F6EECF244321}">
                <p14:modId xmlns:p14="http://schemas.microsoft.com/office/powerpoint/2010/main" val="3326711656"/>
              </p:ext>
            </p:extLst>
          </p:nvPr>
        </p:nvGraphicFramePr>
        <p:xfrm>
          <a:off x="6524625" y="2119313"/>
          <a:ext cx="1855788" cy="1663700"/>
        </p:xfrm>
        <a:graphic>
          <a:graphicData uri="http://schemas.openxmlformats.org/drawingml/2006/chart">
            <c:chart xmlns:c="http://schemas.openxmlformats.org/drawingml/2006/chart" xmlns:r="http://schemas.openxmlformats.org/officeDocument/2006/relationships" r:id="rId5"/>
          </a:graphicData>
        </a:graphic>
      </p:graphicFrame>
      <p:sp>
        <p:nvSpPr>
          <p:cNvPr id="10" name="Marcador de texto 9">
            <a:extLst>
              <a:ext uri="{FF2B5EF4-FFF2-40B4-BE49-F238E27FC236}">
                <a16:creationId xmlns:a16="http://schemas.microsoft.com/office/drawing/2014/main" id="{C66E4F1A-AD73-4086-B578-235F0B9F1FC4}"/>
              </a:ext>
            </a:extLst>
          </p:cNvPr>
          <p:cNvSpPr>
            <a:spLocks noGrp="1"/>
          </p:cNvSpPr>
          <p:nvPr>
            <p:ph type="body" idx="13"/>
          </p:nvPr>
        </p:nvSpPr>
        <p:spPr>
          <a:xfrm>
            <a:off x="6298609" y="3788813"/>
            <a:ext cx="2330726" cy="804859"/>
          </a:xfrm>
        </p:spPr>
        <p:txBody>
          <a:bodyPr rtlCol="0"/>
          <a:lstStyle/>
          <a:p>
            <a:pPr rtl="0"/>
            <a:r>
              <a:rPr lang="es-MX" dirty="0"/>
              <a:t>$82,000</a:t>
            </a:r>
          </a:p>
        </p:txBody>
      </p:sp>
      <p:sp>
        <p:nvSpPr>
          <p:cNvPr id="16" name="Marcador de texto 15">
            <a:extLst>
              <a:ext uri="{FF2B5EF4-FFF2-40B4-BE49-F238E27FC236}">
                <a16:creationId xmlns:a16="http://schemas.microsoft.com/office/drawing/2014/main" id="{AAB421C5-B6AC-48B8-8AEB-AB16AAE5010E}"/>
              </a:ext>
            </a:extLst>
          </p:cNvPr>
          <p:cNvSpPr>
            <a:spLocks noGrp="1"/>
          </p:cNvSpPr>
          <p:nvPr>
            <p:ph type="body" idx="19"/>
          </p:nvPr>
        </p:nvSpPr>
        <p:spPr>
          <a:xfrm>
            <a:off x="6298609" y="4464810"/>
            <a:ext cx="2330726" cy="438505"/>
          </a:xfrm>
        </p:spPr>
        <p:txBody>
          <a:bodyPr rtlCol="0"/>
          <a:lstStyle/>
          <a:p>
            <a:pPr rtl="0"/>
            <a:r>
              <a:rPr lang="es-MX" dirty="0"/>
              <a:t>ACCIONES</a:t>
            </a:r>
          </a:p>
        </p:txBody>
      </p:sp>
      <p:sp>
        <p:nvSpPr>
          <p:cNvPr id="11" name="Marcador de contenido 10">
            <a:extLst>
              <a:ext uri="{FF2B5EF4-FFF2-40B4-BE49-F238E27FC236}">
                <a16:creationId xmlns:a16="http://schemas.microsoft.com/office/drawing/2014/main" id="{345C82A0-3F56-47BD-9FB2-6B56DA715F93}"/>
              </a:ext>
            </a:extLst>
          </p:cNvPr>
          <p:cNvSpPr>
            <a:spLocks noGrp="1"/>
          </p:cNvSpPr>
          <p:nvPr>
            <p:ph sz="half" idx="14"/>
          </p:nvPr>
        </p:nvSpPr>
        <p:spPr>
          <a:xfrm>
            <a:off x="6298609" y="5120722"/>
            <a:ext cx="2330726" cy="853167"/>
          </a:xfrm>
        </p:spPr>
        <p:txBody>
          <a:bodyPr rtlCol="0"/>
          <a:lstStyle/>
          <a:p>
            <a:pPr rtl="0"/>
            <a:r>
              <a:rPr lang="es-MX" dirty="0"/>
              <a:t>Número de acciones convertidas en EUR</a:t>
            </a:r>
          </a:p>
          <a:p>
            <a:pPr rtl="0"/>
            <a:endParaRPr lang="es-MX" noProof="1"/>
          </a:p>
        </p:txBody>
      </p:sp>
      <p:graphicFrame>
        <p:nvGraphicFramePr>
          <p:cNvPr id="129" name="Marcador de contenido 128" title="Gráfico de financiación">
            <a:extLst>
              <a:ext uri="{FF2B5EF4-FFF2-40B4-BE49-F238E27FC236}">
                <a16:creationId xmlns:a16="http://schemas.microsoft.com/office/drawing/2014/main" id="{C5A16E70-0D42-492E-9123-5E9A696ECB43}"/>
              </a:ext>
            </a:extLst>
          </p:cNvPr>
          <p:cNvGraphicFramePr>
            <a:graphicFrameLocks noGrp="1"/>
          </p:cNvGraphicFramePr>
          <p:nvPr>
            <p:ph sz="quarter" idx="24"/>
            <p:extLst>
              <p:ext uri="{D42A27DB-BD31-4B8C-83A1-F6EECF244321}">
                <p14:modId xmlns:p14="http://schemas.microsoft.com/office/powerpoint/2010/main" val="3991943756"/>
              </p:ext>
            </p:extLst>
          </p:nvPr>
        </p:nvGraphicFramePr>
        <p:xfrm>
          <a:off x="9259888" y="2119313"/>
          <a:ext cx="1857375" cy="1663700"/>
        </p:xfrm>
        <a:graphic>
          <a:graphicData uri="http://schemas.openxmlformats.org/drawingml/2006/chart">
            <c:chart xmlns:c="http://schemas.openxmlformats.org/drawingml/2006/chart" xmlns:r="http://schemas.openxmlformats.org/officeDocument/2006/relationships" r:id="rId6"/>
          </a:graphicData>
        </a:graphic>
      </p:graphicFrame>
      <p:sp>
        <p:nvSpPr>
          <p:cNvPr id="12" name="Marcador de texto 11">
            <a:extLst>
              <a:ext uri="{FF2B5EF4-FFF2-40B4-BE49-F238E27FC236}">
                <a16:creationId xmlns:a16="http://schemas.microsoft.com/office/drawing/2014/main" id="{F70E657A-85D8-48A8-B017-274F0C32C5C9}"/>
              </a:ext>
            </a:extLst>
          </p:cNvPr>
          <p:cNvSpPr>
            <a:spLocks noGrp="1"/>
          </p:cNvSpPr>
          <p:nvPr>
            <p:ph type="body" idx="15"/>
          </p:nvPr>
        </p:nvSpPr>
        <p:spPr>
          <a:xfrm>
            <a:off x="9023074" y="3788457"/>
            <a:ext cx="2330726" cy="804859"/>
          </a:xfrm>
        </p:spPr>
        <p:txBody>
          <a:bodyPr rtlCol="0"/>
          <a:lstStyle/>
          <a:p>
            <a:pPr rtl="0"/>
            <a:r>
              <a:rPr lang="es-MX" dirty="0"/>
              <a:t>$32,000</a:t>
            </a:r>
          </a:p>
        </p:txBody>
      </p:sp>
      <p:sp>
        <p:nvSpPr>
          <p:cNvPr id="17" name="Marcador de texto 16">
            <a:extLst>
              <a:ext uri="{FF2B5EF4-FFF2-40B4-BE49-F238E27FC236}">
                <a16:creationId xmlns:a16="http://schemas.microsoft.com/office/drawing/2014/main" id="{025753CB-8973-4FAE-BB5D-5CC96CE338D4}"/>
              </a:ext>
            </a:extLst>
          </p:cNvPr>
          <p:cNvSpPr>
            <a:spLocks noGrp="1"/>
          </p:cNvSpPr>
          <p:nvPr>
            <p:ph type="body" idx="20"/>
          </p:nvPr>
        </p:nvSpPr>
        <p:spPr>
          <a:xfrm>
            <a:off x="9023074" y="4464454"/>
            <a:ext cx="2330726" cy="438505"/>
          </a:xfrm>
        </p:spPr>
        <p:txBody>
          <a:bodyPr rtlCol="0"/>
          <a:lstStyle/>
          <a:p>
            <a:pPr rtl="0"/>
            <a:r>
              <a:rPr lang="es-MX" dirty="0"/>
              <a:t>EFECTIVO</a:t>
            </a:r>
          </a:p>
        </p:txBody>
      </p:sp>
      <p:sp>
        <p:nvSpPr>
          <p:cNvPr id="13" name="Marcador de contenido 12">
            <a:extLst>
              <a:ext uri="{FF2B5EF4-FFF2-40B4-BE49-F238E27FC236}">
                <a16:creationId xmlns:a16="http://schemas.microsoft.com/office/drawing/2014/main" id="{69F9DEC9-77BC-482D-ACFB-0F2B6DC65F9F}"/>
              </a:ext>
            </a:extLst>
          </p:cNvPr>
          <p:cNvSpPr>
            <a:spLocks noGrp="1"/>
          </p:cNvSpPr>
          <p:nvPr>
            <p:ph sz="half" idx="16"/>
          </p:nvPr>
        </p:nvSpPr>
        <p:spPr>
          <a:xfrm>
            <a:off x="9023074" y="5120366"/>
            <a:ext cx="2330726" cy="853167"/>
          </a:xfrm>
        </p:spPr>
        <p:txBody>
          <a:bodyPr rtlCol="0"/>
          <a:lstStyle/>
          <a:p>
            <a:pPr rtl="0"/>
            <a:r>
              <a:rPr lang="es-MX" noProof="1"/>
              <a:t>Dinero líquido que </a:t>
            </a:r>
            <a:br>
              <a:rPr lang="es-MX" noProof="1"/>
            </a:br>
            <a:r>
              <a:rPr lang="es-MX" noProof="1"/>
              <a:t>tenemos disponible</a:t>
            </a:r>
          </a:p>
          <a:p>
            <a:pPr rtl="0"/>
            <a:endParaRPr lang="es-MX" dirty="0"/>
          </a:p>
        </p:txBody>
      </p:sp>
      <p:sp>
        <p:nvSpPr>
          <p:cNvPr id="7" name="Marcador de fecha 6">
            <a:extLst>
              <a:ext uri="{FF2B5EF4-FFF2-40B4-BE49-F238E27FC236}">
                <a16:creationId xmlns:a16="http://schemas.microsoft.com/office/drawing/2014/main" id="{A563C171-5812-4E79-804A-ED04E1BD313F}"/>
              </a:ext>
            </a:extLst>
          </p:cNvPr>
          <p:cNvSpPr>
            <a:spLocks noGrp="1"/>
          </p:cNvSpPr>
          <p:nvPr>
            <p:ph type="dt" sz="half" idx="10"/>
          </p:nvPr>
        </p:nvSpPr>
        <p:spPr>
          <a:xfrm>
            <a:off x="838200" y="6356350"/>
            <a:ext cx="2743200" cy="365125"/>
          </a:xfrm>
        </p:spPr>
        <p:txBody>
          <a:bodyPr rtlCol="0"/>
          <a:lstStyle/>
          <a:p>
            <a:pPr rtl="0"/>
            <a:r>
              <a:rPr lang="es-MX" dirty="0"/>
              <a:t>20XX</a:t>
            </a:r>
          </a:p>
        </p:txBody>
      </p:sp>
      <p:sp>
        <p:nvSpPr>
          <p:cNvPr id="8" name="Marcador de pie de página 7">
            <a:extLst>
              <a:ext uri="{FF2B5EF4-FFF2-40B4-BE49-F238E27FC236}">
                <a16:creationId xmlns:a16="http://schemas.microsoft.com/office/drawing/2014/main" id="{3AD8A4DC-ECAA-4D59-BE12-EBEDDE9E2A7D}"/>
              </a:ext>
            </a:extLst>
          </p:cNvPr>
          <p:cNvSpPr>
            <a:spLocks noGrp="1"/>
          </p:cNvSpPr>
          <p:nvPr>
            <p:ph type="ftr" sz="quarter" idx="11"/>
          </p:nvPr>
        </p:nvSpPr>
        <p:spPr>
          <a:xfrm>
            <a:off x="4038600" y="6356350"/>
            <a:ext cx="4114800" cy="365125"/>
          </a:xfrm>
        </p:spPr>
        <p:txBody>
          <a:bodyPr rtlCol="0"/>
          <a:lstStyle/>
          <a:p>
            <a:pPr rtl="0"/>
            <a:r>
              <a:rPr lang="es-MX" dirty="0"/>
              <a:t>Presentación de lanzamiento</a:t>
            </a:r>
          </a:p>
        </p:txBody>
      </p:sp>
      <p:sp>
        <p:nvSpPr>
          <p:cNvPr id="9" name="Marcador de número de diapositiva 8">
            <a:extLst>
              <a:ext uri="{FF2B5EF4-FFF2-40B4-BE49-F238E27FC236}">
                <a16:creationId xmlns:a16="http://schemas.microsoft.com/office/drawing/2014/main" id="{9BFC0B64-8F13-426F-B6C5-9C9427ACAD7E}"/>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s-MX" smtClean="0"/>
              <a:pPr rtl="0"/>
              <a:t>18</a:t>
            </a:fld>
            <a:endParaRPr lang="es-MX" dirty="0"/>
          </a:p>
        </p:txBody>
      </p:sp>
    </p:spTree>
    <p:extLst>
      <p:ext uri="{BB962C8B-B14F-4D97-AF65-F5344CB8AC3E}">
        <p14:creationId xmlns:p14="http://schemas.microsoft.com/office/powerpoint/2010/main" val="11778248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FFA191-5CCC-43CB-BD83-4F80ED362608}"/>
              </a:ext>
            </a:extLst>
          </p:cNvPr>
          <p:cNvSpPr>
            <a:spLocks noGrp="1"/>
          </p:cNvSpPr>
          <p:nvPr>
            <p:ph type="title"/>
          </p:nvPr>
        </p:nvSpPr>
        <p:spPr>
          <a:xfrm>
            <a:off x="5476875" y="1671639"/>
            <a:ext cx="5111750" cy="1204912"/>
          </a:xfrm>
        </p:spPr>
        <p:txBody>
          <a:bodyPr rtlCol="0"/>
          <a:lstStyle/>
          <a:p>
            <a:pPr rtl="0"/>
            <a:r>
              <a:rPr lang="es-MX"/>
              <a:t>RESUMEN</a:t>
            </a:r>
          </a:p>
        </p:txBody>
      </p:sp>
      <p:sp>
        <p:nvSpPr>
          <p:cNvPr id="3" name="Marcador de contenido 2">
            <a:extLst>
              <a:ext uri="{FF2B5EF4-FFF2-40B4-BE49-F238E27FC236}">
                <a16:creationId xmlns:a16="http://schemas.microsoft.com/office/drawing/2014/main" id="{E14BBEAF-B516-45F4-9EF6-A9F65111580F}"/>
              </a:ext>
            </a:extLst>
          </p:cNvPr>
          <p:cNvSpPr>
            <a:spLocks noGrp="1"/>
          </p:cNvSpPr>
          <p:nvPr>
            <p:ph type="body" idx="1"/>
          </p:nvPr>
        </p:nvSpPr>
        <p:spPr>
          <a:xfrm>
            <a:off x="5476875" y="3682546"/>
            <a:ext cx="5111750" cy="1776960"/>
          </a:xfrm>
        </p:spPr>
        <p:txBody>
          <a:bodyPr vert="horz" lIns="91440" tIns="45720" rIns="91440" bIns="45720" rtlCol="0" anchor="b">
            <a:normAutofit lnSpcReduction="10000"/>
          </a:bodyPr>
          <a:lstStyle/>
          <a:p>
            <a:pPr rtl="0"/>
            <a:r>
              <a:rPr lang="es-MX"/>
              <a:t>En Contoso, creemos en dar el 110 %. Con nuestra arquitectura de datos de próxima generación, ayudamos a las empresas a administrar virtualmente flujos de trabajo ágiles. Progresamos gracias a nuestro conocimiento del mercado y al excelente equipo que hay detrás de nuestro producto. Como dice nuestra directora ejecutiva: «Seremos eficientes si logramos transformar de manera proactiva la forma en que hacemos negocios».</a:t>
            </a:r>
          </a:p>
        </p:txBody>
      </p:sp>
      <p:sp>
        <p:nvSpPr>
          <p:cNvPr id="4" name="Marcador de fecha 3">
            <a:extLst>
              <a:ext uri="{FF2B5EF4-FFF2-40B4-BE49-F238E27FC236}">
                <a16:creationId xmlns:a16="http://schemas.microsoft.com/office/drawing/2014/main" id="{13F8C8B5-F6EC-489B-BD0F-CD89A73CAB3A}"/>
              </a:ext>
            </a:extLst>
          </p:cNvPr>
          <p:cNvSpPr>
            <a:spLocks noGrp="1"/>
          </p:cNvSpPr>
          <p:nvPr>
            <p:ph type="dt" sz="half" idx="10"/>
          </p:nvPr>
        </p:nvSpPr>
        <p:spPr>
          <a:xfrm>
            <a:off x="838200" y="6356350"/>
            <a:ext cx="2743200" cy="365125"/>
          </a:xfrm>
        </p:spPr>
        <p:txBody>
          <a:bodyPr rtlCol="0"/>
          <a:lstStyle/>
          <a:p>
            <a:pPr rtl="0"/>
            <a:r>
              <a:rPr lang="es-MX"/>
              <a:t>20XX</a:t>
            </a:r>
          </a:p>
        </p:txBody>
      </p:sp>
      <p:sp>
        <p:nvSpPr>
          <p:cNvPr id="5" name="Marcador de pie de página 4">
            <a:extLst>
              <a:ext uri="{FF2B5EF4-FFF2-40B4-BE49-F238E27FC236}">
                <a16:creationId xmlns:a16="http://schemas.microsoft.com/office/drawing/2014/main" id="{11AEA823-8519-4F9D-81FA-3673131076FC}"/>
              </a:ext>
            </a:extLst>
          </p:cNvPr>
          <p:cNvSpPr>
            <a:spLocks noGrp="1"/>
          </p:cNvSpPr>
          <p:nvPr>
            <p:ph type="ftr" sz="quarter" idx="11"/>
          </p:nvPr>
        </p:nvSpPr>
        <p:spPr>
          <a:xfrm>
            <a:off x="4038600" y="6356350"/>
            <a:ext cx="4114800" cy="365125"/>
          </a:xfrm>
        </p:spPr>
        <p:txBody>
          <a:bodyPr rtlCol="0"/>
          <a:lstStyle/>
          <a:p>
            <a:pPr rtl="0"/>
            <a:r>
              <a:rPr lang="es-MX"/>
              <a:t>Presentación de lanzamiento</a:t>
            </a:r>
          </a:p>
        </p:txBody>
      </p:sp>
      <p:sp>
        <p:nvSpPr>
          <p:cNvPr id="6" name="Marcador de número de diapositiva 5">
            <a:extLst>
              <a:ext uri="{FF2B5EF4-FFF2-40B4-BE49-F238E27FC236}">
                <a16:creationId xmlns:a16="http://schemas.microsoft.com/office/drawing/2014/main" id="{BAEFF51B-0E28-4171-AE7C-A31AAB42BC73}"/>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s-MX" smtClean="0"/>
              <a:pPr rtl="0"/>
              <a:t>19</a:t>
            </a:fld>
            <a:endParaRPr lang="es-MX"/>
          </a:p>
        </p:txBody>
      </p:sp>
    </p:spTree>
    <p:extLst>
      <p:ext uri="{BB962C8B-B14F-4D97-AF65-F5344CB8AC3E}">
        <p14:creationId xmlns:p14="http://schemas.microsoft.com/office/powerpoint/2010/main" val="9201739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CAEE93-8585-46D4-A7EC-F184E317CB2E}"/>
              </a:ext>
            </a:extLst>
          </p:cNvPr>
          <p:cNvSpPr>
            <a:spLocks noGrp="1"/>
          </p:cNvSpPr>
          <p:nvPr>
            <p:ph type="ctrTitle"/>
          </p:nvPr>
        </p:nvSpPr>
        <p:spPr>
          <a:xfrm>
            <a:off x="4267200" y="1615736"/>
            <a:ext cx="4179570" cy="1524735"/>
          </a:xfrm>
        </p:spPr>
        <p:txBody>
          <a:bodyPr rtlCol="0"/>
          <a:lstStyle/>
          <a:p>
            <a:pPr rtl="0"/>
            <a:r>
              <a:rPr lang="es-MX"/>
              <a:t>MUCHAS GRACIAS</a:t>
            </a:r>
          </a:p>
        </p:txBody>
      </p:sp>
      <p:sp>
        <p:nvSpPr>
          <p:cNvPr id="3" name="Marcador de contenido 2">
            <a:extLst>
              <a:ext uri="{FF2B5EF4-FFF2-40B4-BE49-F238E27FC236}">
                <a16:creationId xmlns:a16="http://schemas.microsoft.com/office/drawing/2014/main" id="{24AFFC60-19C3-4901-93F7-7AAF4C09F8C6}"/>
              </a:ext>
            </a:extLst>
          </p:cNvPr>
          <p:cNvSpPr>
            <a:spLocks noGrp="1"/>
          </p:cNvSpPr>
          <p:nvPr>
            <p:ph type="subTitle" idx="1"/>
          </p:nvPr>
        </p:nvSpPr>
        <p:spPr>
          <a:xfrm>
            <a:off x="4267200" y="3238103"/>
            <a:ext cx="4179570" cy="2004161"/>
          </a:xfrm>
        </p:spPr>
        <p:txBody>
          <a:bodyPr rtlCol="0">
            <a:normAutofit/>
          </a:bodyPr>
          <a:lstStyle/>
          <a:p>
            <a:pPr rtl="0"/>
            <a:r>
              <a:rPr lang="es-MX"/>
              <a:t>Mirjam Nilsson​</a:t>
            </a:r>
          </a:p>
          <a:p>
            <a:pPr rtl="0"/>
            <a:r>
              <a:rPr lang="es-MX"/>
              <a:t>206-555-0146</a:t>
            </a:r>
          </a:p>
          <a:p>
            <a:pPr rtl="0"/>
            <a:r>
              <a:rPr lang="es-MX"/>
              <a:t>mirjam@contoso.com</a:t>
            </a:r>
          </a:p>
          <a:p>
            <a:pPr rtl="0"/>
            <a:r>
              <a:rPr lang="es-MX"/>
              <a:t>www.contoso.com</a:t>
            </a:r>
          </a:p>
        </p:txBody>
      </p:sp>
      <p:sp>
        <p:nvSpPr>
          <p:cNvPr id="4" name="Marcador de fecha 3">
            <a:extLst>
              <a:ext uri="{FF2B5EF4-FFF2-40B4-BE49-F238E27FC236}">
                <a16:creationId xmlns:a16="http://schemas.microsoft.com/office/drawing/2014/main" id="{72DA7980-C870-4C9A-84FA-4120D8AF5DE8}"/>
              </a:ext>
            </a:extLst>
          </p:cNvPr>
          <p:cNvSpPr>
            <a:spLocks noGrp="1"/>
          </p:cNvSpPr>
          <p:nvPr>
            <p:ph type="dt" sz="half" idx="10"/>
          </p:nvPr>
        </p:nvSpPr>
        <p:spPr>
          <a:xfrm>
            <a:off x="4267200" y="6356350"/>
            <a:ext cx="1774371" cy="365125"/>
          </a:xfrm>
        </p:spPr>
        <p:txBody>
          <a:bodyPr rtlCol="0"/>
          <a:lstStyle/>
          <a:p>
            <a:pPr rtl="0"/>
            <a:r>
              <a:rPr lang="es-MX"/>
              <a:t>20XX</a:t>
            </a:r>
          </a:p>
        </p:txBody>
      </p:sp>
      <p:sp>
        <p:nvSpPr>
          <p:cNvPr id="5" name="Marcador de pie de página 4">
            <a:extLst>
              <a:ext uri="{FF2B5EF4-FFF2-40B4-BE49-F238E27FC236}">
                <a16:creationId xmlns:a16="http://schemas.microsoft.com/office/drawing/2014/main" id="{0DFADE42-1A3F-40C8-A071-E57644F3D843}"/>
              </a:ext>
            </a:extLst>
          </p:cNvPr>
          <p:cNvSpPr>
            <a:spLocks noGrp="1"/>
          </p:cNvSpPr>
          <p:nvPr>
            <p:ph type="ftr" sz="quarter" idx="11"/>
          </p:nvPr>
        </p:nvSpPr>
        <p:spPr>
          <a:xfrm>
            <a:off x="6479721" y="6356350"/>
            <a:ext cx="2661557" cy="365125"/>
          </a:xfrm>
        </p:spPr>
        <p:txBody>
          <a:bodyPr rtlCol="0"/>
          <a:lstStyle/>
          <a:p>
            <a:pPr rtl="0"/>
            <a:r>
              <a:rPr lang="es-MX"/>
              <a:t>Presentación de lanzamiento</a:t>
            </a:r>
          </a:p>
        </p:txBody>
      </p:sp>
      <p:sp>
        <p:nvSpPr>
          <p:cNvPr id="6" name="Marcador de número de diapositiva 5">
            <a:extLst>
              <a:ext uri="{FF2B5EF4-FFF2-40B4-BE49-F238E27FC236}">
                <a16:creationId xmlns:a16="http://schemas.microsoft.com/office/drawing/2014/main" id="{5EDCFF82-B70F-4971-9182-7C3AEA3CFD26}"/>
              </a:ext>
            </a:extLst>
          </p:cNvPr>
          <p:cNvSpPr>
            <a:spLocks noGrp="1"/>
          </p:cNvSpPr>
          <p:nvPr>
            <p:ph type="sldNum" sz="quarter" idx="12"/>
          </p:nvPr>
        </p:nvSpPr>
        <p:spPr>
          <a:xfrm>
            <a:off x="9579428" y="6356350"/>
            <a:ext cx="1774371" cy="365125"/>
          </a:xfrm>
        </p:spPr>
        <p:txBody>
          <a:bodyPr rtlCol="0"/>
          <a:lstStyle/>
          <a:p>
            <a:pPr rtl="0"/>
            <a:fld id="{B5CEABB6-07DC-46E8-9B57-56EC44A396E5}" type="slidenum">
              <a:rPr lang="es-MX" smtClean="0"/>
              <a:pPr rtl="0"/>
              <a:t>20</a:t>
            </a:fld>
            <a:endParaRPr lang="es-MX"/>
          </a:p>
        </p:txBody>
      </p:sp>
    </p:spTree>
    <p:extLst>
      <p:ext uri="{BB962C8B-B14F-4D97-AF65-F5344CB8AC3E}">
        <p14:creationId xmlns:p14="http://schemas.microsoft.com/office/powerpoint/2010/main" val="2436493926"/>
      </p:ext>
    </p:extLst>
  </p:cSld>
  <p:clrMapOvr>
    <a:masterClrMapping/>
  </p:clrMapOvr>
</p:sld>
</file>

<file path=ppt/theme/theme1.xml><?xml version="1.0" encoding="utf-8"?>
<a:theme xmlns:a="http://schemas.openxmlformats.org/drawingml/2006/main" name="Una sola línea">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53419044_TF22318419_Win32" id="{78946E5F-FF88-4AD4-94B9-5716C2298514}" vid="{8B7B792A-48AD-4901-9CAB-835AAC376978}"/>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Props1.xml><?xml version="1.0" encoding="utf-8"?>
<ds:datastoreItem xmlns:ds="http://schemas.openxmlformats.org/officeDocument/2006/customXml" ds:itemID="{01E84A1C-2814-43A7-9448-348326113A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D446390-8521-40A2-A462-EA068123BED9}">
  <ds:schemaRefs>
    <ds:schemaRef ds:uri="http://schemas.microsoft.com/sharepoint/v3/contenttype/forms"/>
  </ds:schemaRefs>
</ds:datastoreItem>
</file>

<file path=customXml/itemProps3.xml><?xml version="1.0" encoding="utf-8"?>
<ds:datastoreItem xmlns:ds="http://schemas.openxmlformats.org/officeDocument/2006/customXml" ds:itemID="{B5BA3906-9696-4247-AC0D-DD5C26B2A70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Presentación de ventas minimalista</Template>
  <TotalTime>4131</TotalTime>
  <Words>1316</Words>
  <Application>Microsoft Office PowerPoint</Application>
  <PresentationFormat>Panorámica</PresentationFormat>
  <Paragraphs>299</Paragraphs>
  <Slides>20</Slides>
  <Notes>19</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20</vt:i4>
      </vt:variant>
    </vt:vector>
  </HeadingPairs>
  <TitlesOfParts>
    <vt:vector size="26" baseType="lpstr">
      <vt:lpstr>Arial</vt:lpstr>
      <vt:lpstr>Calibri</vt:lpstr>
      <vt:lpstr>gdsherpa</vt:lpstr>
      <vt:lpstr>Muli</vt:lpstr>
      <vt:lpstr>Tenorite</vt:lpstr>
      <vt:lpstr>Una sola línea</vt:lpstr>
      <vt:lpstr>Pagina web</vt:lpstr>
      <vt:lpstr>Como empezamos</vt:lpstr>
      <vt:lpstr>Presentación de PowerPoint</vt:lpstr>
      <vt:lpstr>Donde se diseñara </vt:lpstr>
      <vt:lpstr>Presentación de PowerPoint</vt:lpstr>
      <vt:lpstr>Donde se diseñara </vt:lpstr>
      <vt:lpstr>Personalizar y apariencia</vt:lpstr>
      <vt:lpstr>Configurar las páginas esenciales </vt:lpstr>
      <vt:lpstr>Optimización</vt:lpstr>
      <vt:lpstr>Presentación de PowerPoint</vt:lpstr>
      <vt:lpstr>Presentación de PowerPoint</vt:lpstr>
      <vt:lpstr>Estrategia de crecimiento</vt:lpstr>
      <vt:lpstr>AVANCE</vt:lpstr>
      <vt:lpstr>PLAN DE ACCIÓN PARA DOS AÑOS</vt:lpstr>
      <vt:lpstr>FINANZAS</vt:lpstr>
      <vt:lpstr>QUIÉNES SOMOS</vt:lpstr>
      <vt:lpstr>QUIÉNES SOMOS </vt:lpstr>
      <vt:lpstr>FINANCIACIÓN</vt:lpstr>
      <vt:lpstr>RESUMEN</vt:lpstr>
      <vt:lpstr>MUCHAS 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Victor De la cruz</dc:creator>
  <cp:lastModifiedBy>Victor De la cruz</cp:lastModifiedBy>
  <cp:revision>2</cp:revision>
  <dcterms:created xsi:type="dcterms:W3CDTF">2025-03-07T08:41:55Z</dcterms:created>
  <dcterms:modified xsi:type="dcterms:W3CDTF">2025-03-11T03:29:48Z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